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4"/>
  </p:sldMasterIdLst>
  <p:notesMasterIdLst>
    <p:notesMasterId r:id="rId15"/>
  </p:notesMasterIdLst>
  <p:handoutMasterIdLst>
    <p:handoutMasterId r:id="rId16"/>
  </p:handoutMasterIdLst>
  <p:sldIdLst>
    <p:sldId id="436" r:id="rId5"/>
    <p:sldId id="437" r:id="rId6"/>
    <p:sldId id="438" r:id="rId7"/>
    <p:sldId id="440" r:id="rId8"/>
    <p:sldId id="444" r:id="rId9"/>
    <p:sldId id="445" r:id="rId10"/>
    <p:sldId id="442" r:id="rId11"/>
    <p:sldId id="450" r:id="rId12"/>
    <p:sldId id="449" r:id="rId13"/>
    <p:sldId id="43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768" y="10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0618D8-0F9F-41C2-88CE-E7A7545B07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5D77FB-534B-4F7D-88B1-993FAF56C66A}">
      <dgm:prSet/>
      <dgm:spPr/>
      <dgm:t>
        <a:bodyPr/>
        <a:lstStyle/>
        <a:p>
          <a:r>
            <a:rPr lang="es-CL"/>
            <a:t>El proyecto se desarrollará utilizando una </a:t>
          </a:r>
          <a:r>
            <a:rPr lang="es-CL" b="1"/>
            <a:t>metodología ágil (SCRUM y XP)</a:t>
          </a:r>
          <a:r>
            <a:rPr lang="es-CL"/>
            <a:t> </a:t>
          </a:r>
          <a:endParaRPr lang="en-US"/>
        </a:p>
      </dgm:t>
    </dgm:pt>
    <dgm:pt modelId="{803A4537-2245-4504-B125-051503BB8EF8}" type="parTrans" cxnId="{752FEC58-5DB6-458E-8508-C5C8C184E9B2}">
      <dgm:prSet/>
      <dgm:spPr/>
      <dgm:t>
        <a:bodyPr/>
        <a:lstStyle/>
        <a:p>
          <a:endParaRPr lang="en-US"/>
        </a:p>
      </dgm:t>
    </dgm:pt>
    <dgm:pt modelId="{94A45086-04C8-4D77-AFA7-0799BB18BCE5}" type="sibTrans" cxnId="{752FEC58-5DB6-458E-8508-C5C8C184E9B2}">
      <dgm:prSet/>
      <dgm:spPr/>
      <dgm:t>
        <a:bodyPr/>
        <a:lstStyle/>
        <a:p>
          <a:endParaRPr lang="en-US"/>
        </a:p>
      </dgm:t>
    </dgm:pt>
    <dgm:pt modelId="{3892ABF8-8A41-49B3-A815-B3CC5BC15A1D}">
      <dgm:prSet/>
      <dgm:spPr/>
      <dgm:t>
        <a:bodyPr/>
        <a:lstStyle/>
        <a:p>
          <a:r>
            <a:rPr lang="es-CL" b="1"/>
            <a:t>Maximiliano Abalos</a:t>
          </a:r>
          <a:r>
            <a:rPr lang="es-CL"/>
            <a:t>: responsable del análisis de requerimientos, modelado de datos,  pruebas de seguridad y desarrollo.</a:t>
          </a:r>
          <a:endParaRPr lang="en-US"/>
        </a:p>
      </dgm:t>
    </dgm:pt>
    <dgm:pt modelId="{40A22D8D-FC63-4BE1-81A5-4531683B1AC4}" type="parTrans" cxnId="{7083F3D6-4894-43F5-88DD-8CF32EB1C7A7}">
      <dgm:prSet/>
      <dgm:spPr/>
      <dgm:t>
        <a:bodyPr/>
        <a:lstStyle/>
        <a:p>
          <a:endParaRPr lang="en-US"/>
        </a:p>
      </dgm:t>
    </dgm:pt>
    <dgm:pt modelId="{28C7BB69-2FF3-4459-99D6-18C88187E4C4}" type="sibTrans" cxnId="{7083F3D6-4894-43F5-88DD-8CF32EB1C7A7}">
      <dgm:prSet/>
      <dgm:spPr/>
      <dgm:t>
        <a:bodyPr/>
        <a:lstStyle/>
        <a:p>
          <a:endParaRPr lang="en-US"/>
        </a:p>
      </dgm:t>
    </dgm:pt>
    <dgm:pt modelId="{B20920BD-9504-43A2-8D7A-30AA9CA0FC8D}">
      <dgm:prSet/>
      <dgm:spPr/>
      <dgm:t>
        <a:bodyPr/>
        <a:lstStyle/>
        <a:p>
          <a:r>
            <a:rPr lang="es-CL" b="1"/>
            <a:t>José Puchulu</a:t>
          </a:r>
          <a:r>
            <a:rPr lang="es-CL"/>
            <a:t>: responsable de desarrollo fullstack del proyecto.</a:t>
          </a:r>
          <a:endParaRPr lang="en-US"/>
        </a:p>
      </dgm:t>
    </dgm:pt>
    <dgm:pt modelId="{A34BA472-21EB-48F2-AB27-238BFA3E0D7A}" type="parTrans" cxnId="{2EA8DC8C-2DEA-4680-89D1-B60388715C32}">
      <dgm:prSet/>
      <dgm:spPr/>
      <dgm:t>
        <a:bodyPr/>
        <a:lstStyle/>
        <a:p>
          <a:endParaRPr lang="en-US"/>
        </a:p>
      </dgm:t>
    </dgm:pt>
    <dgm:pt modelId="{C617406C-294D-4E26-9F15-63DF748015E8}" type="sibTrans" cxnId="{2EA8DC8C-2DEA-4680-89D1-B60388715C32}">
      <dgm:prSet/>
      <dgm:spPr/>
      <dgm:t>
        <a:bodyPr/>
        <a:lstStyle/>
        <a:p>
          <a:endParaRPr lang="en-US"/>
        </a:p>
      </dgm:t>
    </dgm:pt>
    <dgm:pt modelId="{3827E0B4-ADBC-4865-808E-7AB85E6617D3}" type="pres">
      <dgm:prSet presAssocID="{680618D8-0F9F-41C2-88CE-E7A7545B0778}" presName="root" presStyleCnt="0">
        <dgm:presLayoutVars>
          <dgm:dir/>
          <dgm:resizeHandles val="exact"/>
        </dgm:presLayoutVars>
      </dgm:prSet>
      <dgm:spPr/>
    </dgm:pt>
    <dgm:pt modelId="{A0E01605-38AC-48DB-8A63-53F85F91CCBE}" type="pres">
      <dgm:prSet presAssocID="{D05D77FB-534B-4F7D-88B1-993FAF56C66A}" presName="compNode" presStyleCnt="0"/>
      <dgm:spPr/>
    </dgm:pt>
    <dgm:pt modelId="{0AF26B9F-066E-4358-B54C-8E70FA878934}" type="pres">
      <dgm:prSet presAssocID="{D05D77FB-534B-4F7D-88B1-993FAF56C6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47DD2E-0935-48E9-B0FF-93FE47582764}" type="pres">
      <dgm:prSet presAssocID="{D05D77FB-534B-4F7D-88B1-993FAF56C66A}" presName="spaceRect" presStyleCnt="0"/>
      <dgm:spPr/>
    </dgm:pt>
    <dgm:pt modelId="{07BAE51B-9A0E-461F-8F0A-75EAD0D5E63D}" type="pres">
      <dgm:prSet presAssocID="{D05D77FB-534B-4F7D-88B1-993FAF56C66A}" presName="textRect" presStyleLbl="revTx" presStyleIdx="0" presStyleCnt="3">
        <dgm:presLayoutVars>
          <dgm:chMax val="1"/>
          <dgm:chPref val="1"/>
        </dgm:presLayoutVars>
      </dgm:prSet>
      <dgm:spPr/>
    </dgm:pt>
    <dgm:pt modelId="{6AD52ED6-9FDC-4715-A130-18F8745BAA3B}" type="pres">
      <dgm:prSet presAssocID="{94A45086-04C8-4D77-AFA7-0799BB18BCE5}" presName="sibTrans" presStyleCnt="0"/>
      <dgm:spPr/>
    </dgm:pt>
    <dgm:pt modelId="{2252E3DC-7A81-4530-B76E-12243D5503D3}" type="pres">
      <dgm:prSet presAssocID="{3892ABF8-8A41-49B3-A815-B3CC5BC15A1D}" presName="compNode" presStyleCnt="0"/>
      <dgm:spPr/>
    </dgm:pt>
    <dgm:pt modelId="{2190DD2E-F5C1-4473-B771-D7E4B6EFF3CC}" type="pres">
      <dgm:prSet presAssocID="{3892ABF8-8A41-49B3-A815-B3CC5BC15A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5ECDA4F-6CED-4252-BA29-314A3892C82D}" type="pres">
      <dgm:prSet presAssocID="{3892ABF8-8A41-49B3-A815-B3CC5BC15A1D}" presName="spaceRect" presStyleCnt="0"/>
      <dgm:spPr/>
    </dgm:pt>
    <dgm:pt modelId="{01F6770B-4895-462C-A4CF-B8E551083C06}" type="pres">
      <dgm:prSet presAssocID="{3892ABF8-8A41-49B3-A815-B3CC5BC15A1D}" presName="textRect" presStyleLbl="revTx" presStyleIdx="1" presStyleCnt="3">
        <dgm:presLayoutVars>
          <dgm:chMax val="1"/>
          <dgm:chPref val="1"/>
        </dgm:presLayoutVars>
      </dgm:prSet>
      <dgm:spPr/>
    </dgm:pt>
    <dgm:pt modelId="{BF6B505F-0C26-4908-BF41-7F6C6E6BA998}" type="pres">
      <dgm:prSet presAssocID="{28C7BB69-2FF3-4459-99D6-18C88187E4C4}" presName="sibTrans" presStyleCnt="0"/>
      <dgm:spPr/>
    </dgm:pt>
    <dgm:pt modelId="{E27236C9-0EF7-49A7-9F1A-B51FCC16BC58}" type="pres">
      <dgm:prSet presAssocID="{B20920BD-9504-43A2-8D7A-30AA9CA0FC8D}" presName="compNode" presStyleCnt="0"/>
      <dgm:spPr/>
    </dgm:pt>
    <dgm:pt modelId="{A3C399C6-A180-4C26-A27B-E729B0574401}" type="pres">
      <dgm:prSet presAssocID="{B20920BD-9504-43A2-8D7A-30AA9CA0FC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BF4446-ECC6-469F-88EF-49A7CC483B6E}" type="pres">
      <dgm:prSet presAssocID="{B20920BD-9504-43A2-8D7A-30AA9CA0FC8D}" presName="spaceRect" presStyleCnt="0"/>
      <dgm:spPr/>
    </dgm:pt>
    <dgm:pt modelId="{5BC51B26-6374-4B87-A719-09E5077D5893}" type="pres">
      <dgm:prSet presAssocID="{B20920BD-9504-43A2-8D7A-30AA9CA0FC8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F0DA08-7549-4A89-9B31-3E9BD8C43ED3}" type="presOf" srcId="{3892ABF8-8A41-49B3-A815-B3CC5BC15A1D}" destId="{01F6770B-4895-462C-A4CF-B8E551083C06}" srcOrd="0" destOrd="0" presId="urn:microsoft.com/office/officeart/2018/2/layout/IconLabelList"/>
    <dgm:cxn modelId="{917FF217-689C-480A-8444-232D6469D505}" type="presOf" srcId="{D05D77FB-534B-4F7D-88B1-993FAF56C66A}" destId="{07BAE51B-9A0E-461F-8F0A-75EAD0D5E63D}" srcOrd="0" destOrd="0" presId="urn:microsoft.com/office/officeart/2018/2/layout/IconLabelList"/>
    <dgm:cxn modelId="{E552434F-39DD-41A0-9530-B14614224518}" type="presOf" srcId="{680618D8-0F9F-41C2-88CE-E7A7545B0778}" destId="{3827E0B4-ADBC-4865-808E-7AB85E6617D3}" srcOrd="0" destOrd="0" presId="urn:microsoft.com/office/officeart/2018/2/layout/IconLabelList"/>
    <dgm:cxn modelId="{752FEC58-5DB6-458E-8508-C5C8C184E9B2}" srcId="{680618D8-0F9F-41C2-88CE-E7A7545B0778}" destId="{D05D77FB-534B-4F7D-88B1-993FAF56C66A}" srcOrd="0" destOrd="0" parTransId="{803A4537-2245-4504-B125-051503BB8EF8}" sibTransId="{94A45086-04C8-4D77-AFA7-0799BB18BCE5}"/>
    <dgm:cxn modelId="{2EA8DC8C-2DEA-4680-89D1-B60388715C32}" srcId="{680618D8-0F9F-41C2-88CE-E7A7545B0778}" destId="{B20920BD-9504-43A2-8D7A-30AA9CA0FC8D}" srcOrd="2" destOrd="0" parTransId="{A34BA472-21EB-48F2-AB27-238BFA3E0D7A}" sibTransId="{C617406C-294D-4E26-9F15-63DF748015E8}"/>
    <dgm:cxn modelId="{D12A33B3-CE03-4520-BC1D-DA7E52A53843}" type="presOf" srcId="{B20920BD-9504-43A2-8D7A-30AA9CA0FC8D}" destId="{5BC51B26-6374-4B87-A719-09E5077D5893}" srcOrd="0" destOrd="0" presId="urn:microsoft.com/office/officeart/2018/2/layout/IconLabelList"/>
    <dgm:cxn modelId="{7083F3D6-4894-43F5-88DD-8CF32EB1C7A7}" srcId="{680618D8-0F9F-41C2-88CE-E7A7545B0778}" destId="{3892ABF8-8A41-49B3-A815-B3CC5BC15A1D}" srcOrd="1" destOrd="0" parTransId="{40A22D8D-FC63-4BE1-81A5-4531683B1AC4}" sibTransId="{28C7BB69-2FF3-4459-99D6-18C88187E4C4}"/>
    <dgm:cxn modelId="{93B09F11-F10D-4600-8FB8-5DF55A49FB5C}" type="presParOf" srcId="{3827E0B4-ADBC-4865-808E-7AB85E6617D3}" destId="{A0E01605-38AC-48DB-8A63-53F85F91CCBE}" srcOrd="0" destOrd="0" presId="urn:microsoft.com/office/officeart/2018/2/layout/IconLabelList"/>
    <dgm:cxn modelId="{62284DD6-59EF-4480-A46B-A9E1F248DACB}" type="presParOf" srcId="{A0E01605-38AC-48DB-8A63-53F85F91CCBE}" destId="{0AF26B9F-066E-4358-B54C-8E70FA878934}" srcOrd="0" destOrd="0" presId="urn:microsoft.com/office/officeart/2018/2/layout/IconLabelList"/>
    <dgm:cxn modelId="{1EF9E1B2-ED47-4080-AEBB-BF60187D8A46}" type="presParOf" srcId="{A0E01605-38AC-48DB-8A63-53F85F91CCBE}" destId="{E747DD2E-0935-48E9-B0FF-93FE47582764}" srcOrd="1" destOrd="0" presId="urn:microsoft.com/office/officeart/2018/2/layout/IconLabelList"/>
    <dgm:cxn modelId="{6F0299F5-CF33-4AD8-A840-EE73510B4F42}" type="presParOf" srcId="{A0E01605-38AC-48DB-8A63-53F85F91CCBE}" destId="{07BAE51B-9A0E-461F-8F0A-75EAD0D5E63D}" srcOrd="2" destOrd="0" presId="urn:microsoft.com/office/officeart/2018/2/layout/IconLabelList"/>
    <dgm:cxn modelId="{49740357-E29A-4800-B89E-96D3ED25B262}" type="presParOf" srcId="{3827E0B4-ADBC-4865-808E-7AB85E6617D3}" destId="{6AD52ED6-9FDC-4715-A130-18F8745BAA3B}" srcOrd="1" destOrd="0" presId="urn:microsoft.com/office/officeart/2018/2/layout/IconLabelList"/>
    <dgm:cxn modelId="{A3C92B15-9475-4538-BAE5-705F57374EE3}" type="presParOf" srcId="{3827E0B4-ADBC-4865-808E-7AB85E6617D3}" destId="{2252E3DC-7A81-4530-B76E-12243D5503D3}" srcOrd="2" destOrd="0" presId="urn:microsoft.com/office/officeart/2018/2/layout/IconLabelList"/>
    <dgm:cxn modelId="{2C89B352-EA07-4DB8-8B9E-82BE6A246A31}" type="presParOf" srcId="{2252E3DC-7A81-4530-B76E-12243D5503D3}" destId="{2190DD2E-F5C1-4473-B771-D7E4B6EFF3CC}" srcOrd="0" destOrd="0" presId="urn:microsoft.com/office/officeart/2018/2/layout/IconLabelList"/>
    <dgm:cxn modelId="{AE944FE1-926E-492E-B558-1D7CBB9A8E6D}" type="presParOf" srcId="{2252E3DC-7A81-4530-B76E-12243D5503D3}" destId="{25ECDA4F-6CED-4252-BA29-314A3892C82D}" srcOrd="1" destOrd="0" presId="urn:microsoft.com/office/officeart/2018/2/layout/IconLabelList"/>
    <dgm:cxn modelId="{B0C71300-F4B0-445E-A14B-7172E2FFAFC7}" type="presParOf" srcId="{2252E3DC-7A81-4530-B76E-12243D5503D3}" destId="{01F6770B-4895-462C-A4CF-B8E551083C06}" srcOrd="2" destOrd="0" presId="urn:microsoft.com/office/officeart/2018/2/layout/IconLabelList"/>
    <dgm:cxn modelId="{8D41A311-B140-464A-8AD2-6DCFCD3DF63C}" type="presParOf" srcId="{3827E0B4-ADBC-4865-808E-7AB85E6617D3}" destId="{BF6B505F-0C26-4908-BF41-7F6C6E6BA998}" srcOrd="3" destOrd="0" presId="urn:microsoft.com/office/officeart/2018/2/layout/IconLabelList"/>
    <dgm:cxn modelId="{6BF624E7-7D34-4DCD-9627-57C6AE39B91E}" type="presParOf" srcId="{3827E0B4-ADBC-4865-808E-7AB85E6617D3}" destId="{E27236C9-0EF7-49A7-9F1A-B51FCC16BC58}" srcOrd="4" destOrd="0" presId="urn:microsoft.com/office/officeart/2018/2/layout/IconLabelList"/>
    <dgm:cxn modelId="{B35209EA-0DFB-4FBA-8018-91755CE60634}" type="presParOf" srcId="{E27236C9-0EF7-49A7-9F1A-B51FCC16BC58}" destId="{A3C399C6-A180-4C26-A27B-E729B0574401}" srcOrd="0" destOrd="0" presId="urn:microsoft.com/office/officeart/2018/2/layout/IconLabelList"/>
    <dgm:cxn modelId="{25AC2931-3B92-4761-8621-5C06CC0CCBD1}" type="presParOf" srcId="{E27236C9-0EF7-49A7-9F1A-B51FCC16BC58}" destId="{98BF4446-ECC6-469F-88EF-49A7CC483B6E}" srcOrd="1" destOrd="0" presId="urn:microsoft.com/office/officeart/2018/2/layout/IconLabelList"/>
    <dgm:cxn modelId="{90DC5012-D09D-4B7E-B459-4BDD259BF48D}" type="presParOf" srcId="{E27236C9-0EF7-49A7-9F1A-B51FCC16BC58}" destId="{5BC51B26-6374-4B87-A719-09E5077D58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BC991-0693-4258-9CFA-AC8008194EC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3FA55D-66B1-442C-9D97-148544114DBF}">
      <dgm:prSet/>
      <dgm:spPr/>
      <dgm:t>
        <a:bodyPr/>
        <a:lstStyle/>
        <a:p>
          <a:r>
            <a:rPr lang="en-US" b="1" i="1"/>
            <a:t>Facilitadores</a:t>
          </a:r>
          <a:endParaRPr lang="en-US"/>
        </a:p>
      </dgm:t>
    </dgm:pt>
    <dgm:pt modelId="{7F1592DE-CFA2-4471-98EA-667044E7DAC0}" type="parTrans" cxnId="{C9B2113A-027C-44D8-A7E9-155BC9FA7625}">
      <dgm:prSet/>
      <dgm:spPr/>
      <dgm:t>
        <a:bodyPr/>
        <a:lstStyle/>
        <a:p>
          <a:endParaRPr lang="en-US"/>
        </a:p>
      </dgm:t>
    </dgm:pt>
    <dgm:pt modelId="{9BEA8889-7141-48EC-9F6A-6EE716E15C5C}" type="sibTrans" cxnId="{C9B2113A-027C-44D8-A7E9-155BC9FA7625}">
      <dgm:prSet/>
      <dgm:spPr/>
      <dgm:t>
        <a:bodyPr/>
        <a:lstStyle/>
        <a:p>
          <a:endParaRPr lang="en-US"/>
        </a:p>
      </dgm:t>
    </dgm:pt>
    <dgm:pt modelId="{7C59E946-E177-4F4E-AEB7-9C9C303B07C4}">
      <dgm:prSet/>
      <dgm:spPr/>
      <dgm:t>
        <a:bodyPr/>
        <a:lstStyle/>
        <a:p>
          <a:r>
            <a:rPr lang="en-US" i="1"/>
            <a:t>Distribución clara de tareas entre los integrantes.</a:t>
          </a:r>
          <a:endParaRPr lang="en-US"/>
        </a:p>
      </dgm:t>
    </dgm:pt>
    <dgm:pt modelId="{C3239E38-4D57-41CB-A5D5-9D07DE46B932}" type="parTrans" cxnId="{B33823C6-1594-45E1-B2BD-73AB90515253}">
      <dgm:prSet/>
      <dgm:spPr/>
      <dgm:t>
        <a:bodyPr/>
        <a:lstStyle/>
        <a:p>
          <a:endParaRPr lang="en-US"/>
        </a:p>
      </dgm:t>
    </dgm:pt>
    <dgm:pt modelId="{C542041F-42E5-429B-A6C4-4A11F9230827}" type="sibTrans" cxnId="{B33823C6-1594-45E1-B2BD-73AB90515253}">
      <dgm:prSet/>
      <dgm:spPr/>
      <dgm:t>
        <a:bodyPr/>
        <a:lstStyle/>
        <a:p>
          <a:endParaRPr lang="en-US"/>
        </a:p>
      </dgm:t>
    </dgm:pt>
    <dgm:pt modelId="{294514EA-2B97-465D-9673-14D6950BC256}">
      <dgm:prSet/>
      <dgm:spPr/>
      <dgm:t>
        <a:bodyPr/>
        <a:lstStyle/>
        <a:p>
          <a:r>
            <a:rPr lang="en-US" i="1"/>
            <a:t>Uso de herramientas de código abierto y librerías oficiales.</a:t>
          </a:r>
          <a:endParaRPr lang="en-US"/>
        </a:p>
      </dgm:t>
    </dgm:pt>
    <dgm:pt modelId="{0E83FAC2-DF44-4708-B056-9D99C80E4AF0}" type="parTrans" cxnId="{37392A25-D537-499B-B66E-6B232072EEAE}">
      <dgm:prSet/>
      <dgm:spPr/>
      <dgm:t>
        <a:bodyPr/>
        <a:lstStyle/>
        <a:p>
          <a:endParaRPr lang="en-US"/>
        </a:p>
      </dgm:t>
    </dgm:pt>
    <dgm:pt modelId="{6618DFDA-6D1B-4757-B017-259843400128}" type="sibTrans" cxnId="{37392A25-D537-499B-B66E-6B232072EEAE}">
      <dgm:prSet/>
      <dgm:spPr/>
      <dgm:t>
        <a:bodyPr/>
        <a:lstStyle/>
        <a:p>
          <a:endParaRPr lang="en-US"/>
        </a:p>
      </dgm:t>
    </dgm:pt>
    <dgm:pt modelId="{8E0032E7-3371-4220-B83B-2BDAD5E094BA}">
      <dgm:prSet/>
      <dgm:spPr/>
      <dgm:t>
        <a:bodyPr/>
        <a:lstStyle/>
        <a:p>
          <a:r>
            <a:rPr lang="en-US" i="1"/>
            <a:t>Buena planificación del trabajo, con revisiones semanales y control del progreso.</a:t>
          </a:r>
          <a:endParaRPr lang="en-US"/>
        </a:p>
      </dgm:t>
    </dgm:pt>
    <dgm:pt modelId="{BC4EF00B-9228-45FD-9761-48B2DE4AE8A3}" type="parTrans" cxnId="{FF697C97-7E36-494B-B839-D547B60F85FD}">
      <dgm:prSet/>
      <dgm:spPr/>
      <dgm:t>
        <a:bodyPr/>
        <a:lstStyle/>
        <a:p>
          <a:endParaRPr lang="en-US"/>
        </a:p>
      </dgm:t>
    </dgm:pt>
    <dgm:pt modelId="{160B3AC9-0C1A-4FC8-987E-B9BA635490BC}" type="sibTrans" cxnId="{FF697C97-7E36-494B-B839-D547B60F85FD}">
      <dgm:prSet/>
      <dgm:spPr/>
      <dgm:t>
        <a:bodyPr/>
        <a:lstStyle/>
        <a:p>
          <a:endParaRPr lang="en-US"/>
        </a:p>
      </dgm:t>
    </dgm:pt>
    <dgm:pt modelId="{755898E6-B509-4837-A6D3-6C3E4C5934E4}">
      <dgm:prSet/>
      <dgm:spPr/>
      <dgm:t>
        <a:bodyPr/>
        <a:lstStyle/>
        <a:p>
          <a:r>
            <a:rPr lang="en-US" b="1" i="1"/>
            <a:t>Dificultades</a:t>
          </a:r>
          <a:endParaRPr lang="en-US"/>
        </a:p>
      </dgm:t>
    </dgm:pt>
    <dgm:pt modelId="{B935A9F1-5025-4C78-AD54-536E7F862D83}" type="parTrans" cxnId="{8348E5D2-615A-4596-9973-956090D835E4}">
      <dgm:prSet/>
      <dgm:spPr/>
      <dgm:t>
        <a:bodyPr/>
        <a:lstStyle/>
        <a:p>
          <a:endParaRPr lang="en-US"/>
        </a:p>
      </dgm:t>
    </dgm:pt>
    <dgm:pt modelId="{1F3B0ECB-2198-45FD-BB48-8DD4AD442F5C}" type="sibTrans" cxnId="{8348E5D2-615A-4596-9973-956090D835E4}">
      <dgm:prSet/>
      <dgm:spPr/>
      <dgm:t>
        <a:bodyPr/>
        <a:lstStyle/>
        <a:p>
          <a:endParaRPr lang="en-US"/>
        </a:p>
      </dgm:t>
    </dgm:pt>
    <dgm:pt modelId="{4C868754-B515-4B78-844E-F553E0B9F474}">
      <dgm:prSet/>
      <dgm:spPr/>
      <dgm:t>
        <a:bodyPr/>
        <a:lstStyle/>
        <a:p>
          <a:r>
            <a:rPr lang="en-US" i="1"/>
            <a:t>Dificultades técnicas en la integración del cifrado y la autenticación biométrica.</a:t>
          </a:r>
          <a:endParaRPr lang="en-US"/>
        </a:p>
      </dgm:t>
    </dgm:pt>
    <dgm:pt modelId="{66A8A8DC-25BE-4410-B1D2-0FBF34F26BA6}" type="parTrans" cxnId="{9C30388E-B75B-4344-8A8E-8FD332CF98DF}">
      <dgm:prSet/>
      <dgm:spPr/>
      <dgm:t>
        <a:bodyPr/>
        <a:lstStyle/>
        <a:p>
          <a:endParaRPr lang="en-US"/>
        </a:p>
      </dgm:t>
    </dgm:pt>
    <dgm:pt modelId="{4CA54C95-84B6-4810-A2DB-ADF865CC6AF7}" type="sibTrans" cxnId="{9C30388E-B75B-4344-8A8E-8FD332CF98DF}">
      <dgm:prSet/>
      <dgm:spPr/>
      <dgm:t>
        <a:bodyPr/>
        <a:lstStyle/>
        <a:p>
          <a:endParaRPr lang="en-US"/>
        </a:p>
      </dgm:t>
    </dgm:pt>
    <dgm:pt modelId="{E8102230-48E4-4F24-9EC0-F7E6366BD18B}">
      <dgm:prSet/>
      <dgm:spPr/>
      <dgm:t>
        <a:bodyPr/>
        <a:lstStyle/>
        <a:p>
          <a:r>
            <a:rPr lang="en-US" i="1"/>
            <a:t>Limitaciones del entorno, especialmente al emular el sensor biométrico.</a:t>
          </a:r>
          <a:endParaRPr lang="en-US"/>
        </a:p>
      </dgm:t>
    </dgm:pt>
    <dgm:pt modelId="{E057746C-E1D8-4DB4-8D73-0C980C3D7DD3}" type="parTrans" cxnId="{A7BBA581-7EC7-4D07-ADAD-873FC91F89A9}">
      <dgm:prSet/>
      <dgm:spPr/>
      <dgm:t>
        <a:bodyPr/>
        <a:lstStyle/>
        <a:p>
          <a:endParaRPr lang="en-US"/>
        </a:p>
      </dgm:t>
    </dgm:pt>
    <dgm:pt modelId="{3AF44992-CA20-44F7-9CAA-4BD166011040}" type="sibTrans" cxnId="{A7BBA581-7EC7-4D07-ADAD-873FC91F89A9}">
      <dgm:prSet/>
      <dgm:spPr/>
      <dgm:t>
        <a:bodyPr/>
        <a:lstStyle/>
        <a:p>
          <a:endParaRPr lang="en-US"/>
        </a:p>
      </dgm:t>
    </dgm:pt>
    <dgm:pt modelId="{D5E5927E-74BF-4085-BE9F-BF53FF5F3CF1}">
      <dgm:prSet/>
      <dgm:spPr/>
      <dgm:t>
        <a:bodyPr/>
        <a:lstStyle/>
        <a:p>
          <a:r>
            <a:rPr lang="en-US" b="1" i="1"/>
            <a:t>Ajustes realizados</a:t>
          </a:r>
          <a:endParaRPr lang="en-US"/>
        </a:p>
      </dgm:t>
    </dgm:pt>
    <dgm:pt modelId="{2B397E06-B0E9-46D4-9AA6-ED4F83B388C4}" type="parTrans" cxnId="{AAC710AA-6876-4EAC-956C-C572ACE1D89E}">
      <dgm:prSet/>
      <dgm:spPr/>
      <dgm:t>
        <a:bodyPr/>
        <a:lstStyle/>
        <a:p>
          <a:endParaRPr lang="en-US"/>
        </a:p>
      </dgm:t>
    </dgm:pt>
    <dgm:pt modelId="{68E8BD9A-D0A4-495E-B404-C50CF118BA15}" type="sibTrans" cxnId="{AAC710AA-6876-4EAC-956C-C572ACE1D89E}">
      <dgm:prSet/>
      <dgm:spPr/>
      <dgm:t>
        <a:bodyPr/>
        <a:lstStyle/>
        <a:p>
          <a:endParaRPr lang="en-US"/>
        </a:p>
      </dgm:t>
    </dgm:pt>
    <dgm:pt modelId="{D556BE6B-69FC-4A8A-A727-55A0A831F13E}">
      <dgm:prSet/>
      <dgm:spPr/>
      <dgm:t>
        <a:bodyPr/>
        <a:lstStyle/>
        <a:p>
          <a:r>
            <a:rPr lang="en-US" i="1"/>
            <a:t>Simplificación del proceso de validación mediante pruebas locales y dispositivos 	físicos reales.</a:t>
          </a:r>
          <a:endParaRPr lang="en-US"/>
        </a:p>
      </dgm:t>
    </dgm:pt>
    <dgm:pt modelId="{62D27A3A-6FA3-4B51-BB6D-4AAEEC3D9A94}" type="parTrans" cxnId="{DE6DF094-1E3A-40E2-9A81-787E192EEE6E}">
      <dgm:prSet/>
      <dgm:spPr/>
      <dgm:t>
        <a:bodyPr/>
        <a:lstStyle/>
        <a:p>
          <a:endParaRPr lang="en-US"/>
        </a:p>
      </dgm:t>
    </dgm:pt>
    <dgm:pt modelId="{4137D17D-0AB0-4C07-B521-50D2523191B6}" type="sibTrans" cxnId="{DE6DF094-1E3A-40E2-9A81-787E192EEE6E}">
      <dgm:prSet/>
      <dgm:spPr/>
      <dgm:t>
        <a:bodyPr/>
        <a:lstStyle/>
        <a:p>
          <a:endParaRPr lang="en-US"/>
        </a:p>
      </dgm:t>
    </dgm:pt>
    <dgm:pt modelId="{EDF8195B-58EB-49BD-BC35-9171E8AF92B4}">
      <dgm:prSet/>
      <dgm:spPr/>
      <dgm:t>
        <a:bodyPr/>
        <a:lstStyle/>
        <a:p>
          <a:r>
            <a:rPr lang="en-US" i="1"/>
            <a:t>Sustitución temporal de Android Studio por herramientas más ligeras para pruebas 	de interfaz y flujo de datos.</a:t>
          </a:r>
          <a:endParaRPr lang="en-US"/>
        </a:p>
      </dgm:t>
    </dgm:pt>
    <dgm:pt modelId="{82F74498-2BD1-4E25-8ED0-1F23901B17FB}" type="parTrans" cxnId="{38DEE1F8-D71D-4545-9743-299BFDB2C68D}">
      <dgm:prSet/>
      <dgm:spPr/>
      <dgm:t>
        <a:bodyPr/>
        <a:lstStyle/>
        <a:p>
          <a:endParaRPr lang="en-US"/>
        </a:p>
      </dgm:t>
    </dgm:pt>
    <dgm:pt modelId="{655241F2-5158-4D5D-B416-E8A1201309DA}" type="sibTrans" cxnId="{38DEE1F8-D71D-4545-9743-299BFDB2C68D}">
      <dgm:prSet/>
      <dgm:spPr/>
      <dgm:t>
        <a:bodyPr/>
        <a:lstStyle/>
        <a:p>
          <a:endParaRPr lang="en-US"/>
        </a:p>
      </dgm:t>
    </dgm:pt>
    <dgm:pt modelId="{DBEEC4AD-D512-4C25-A76A-FC089226F9F6}" type="pres">
      <dgm:prSet presAssocID="{1EEBC991-0693-4258-9CFA-AC8008194ECD}" presName="Name0" presStyleCnt="0">
        <dgm:presLayoutVars>
          <dgm:dir/>
          <dgm:animLvl val="lvl"/>
          <dgm:resizeHandles val="exact"/>
        </dgm:presLayoutVars>
      </dgm:prSet>
      <dgm:spPr/>
    </dgm:pt>
    <dgm:pt modelId="{8B453931-2A3C-4E03-BB30-F0D1A03FD927}" type="pres">
      <dgm:prSet presAssocID="{463FA55D-66B1-442C-9D97-148544114DBF}" presName="composite" presStyleCnt="0"/>
      <dgm:spPr/>
    </dgm:pt>
    <dgm:pt modelId="{DB94BDB1-4518-43A4-8926-283957D16C2F}" type="pres">
      <dgm:prSet presAssocID="{463FA55D-66B1-442C-9D97-148544114DB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CDF57D3-4E86-458E-A816-A99AAF13CE20}" type="pres">
      <dgm:prSet presAssocID="{463FA55D-66B1-442C-9D97-148544114DBF}" presName="desTx" presStyleLbl="alignAccFollowNode1" presStyleIdx="0" presStyleCnt="3">
        <dgm:presLayoutVars>
          <dgm:bulletEnabled val="1"/>
        </dgm:presLayoutVars>
      </dgm:prSet>
      <dgm:spPr/>
    </dgm:pt>
    <dgm:pt modelId="{53D8DFA9-A9C3-49B2-BD46-0C0D1122288F}" type="pres">
      <dgm:prSet presAssocID="{9BEA8889-7141-48EC-9F6A-6EE716E15C5C}" presName="space" presStyleCnt="0"/>
      <dgm:spPr/>
    </dgm:pt>
    <dgm:pt modelId="{23F6B7FD-1839-4917-A591-6B55F0D03582}" type="pres">
      <dgm:prSet presAssocID="{755898E6-B509-4837-A6D3-6C3E4C5934E4}" presName="composite" presStyleCnt="0"/>
      <dgm:spPr/>
    </dgm:pt>
    <dgm:pt modelId="{B2770FCF-6487-4762-8469-D608B7E4656C}" type="pres">
      <dgm:prSet presAssocID="{755898E6-B509-4837-A6D3-6C3E4C5934E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9F57E9E-3D30-4914-A22B-DABA3A4A83D3}" type="pres">
      <dgm:prSet presAssocID="{755898E6-B509-4837-A6D3-6C3E4C5934E4}" presName="desTx" presStyleLbl="alignAccFollowNode1" presStyleIdx="1" presStyleCnt="3">
        <dgm:presLayoutVars>
          <dgm:bulletEnabled val="1"/>
        </dgm:presLayoutVars>
      </dgm:prSet>
      <dgm:spPr/>
    </dgm:pt>
    <dgm:pt modelId="{79701475-4EC5-4C26-B3E3-B2C275933987}" type="pres">
      <dgm:prSet presAssocID="{1F3B0ECB-2198-45FD-BB48-8DD4AD442F5C}" presName="space" presStyleCnt="0"/>
      <dgm:spPr/>
    </dgm:pt>
    <dgm:pt modelId="{CDFA423B-67A4-4E97-9689-51F8D1E275AC}" type="pres">
      <dgm:prSet presAssocID="{D5E5927E-74BF-4085-BE9F-BF53FF5F3CF1}" presName="composite" presStyleCnt="0"/>
      <dgm:spPr/>
    </dgm:pt>
    <dgm:pt modelId="{C22BACA0-7532-4F16-AE62-0F857B858E7F}" type="pres">
      <dgm:prSet presAssocID="{D5E5927E-74BF-4085-BE9F-BF53FF5F3CF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E431911-AE56-4535-8EE0-E31B04381778}" type="pres">
      <dgm:prSet presAssocID="{D5E5927E-74BF-4085-BE9F-BF53FF5F3CF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7392A25-D537-499B-B66E-6B232072EEAE}" srcId="{463FA55D-66B1-442C-9D97-148544114DBF}" destId="{294514EA-2B97-465D-9673-14D6950BC256}" srcOrd="1" destOrd="0" parTransId="{0E83FAC2-DF44-4708-B056-9D99C80E4AF0}" sibTransId="{6618DFDA-6D1B-4757-B017-259843400128}"/>
    <dgm:cxn modelId="{C9B2113A-027C-44D8-A7E9-155BC9FA7625}" srcId="{1EEBC991-0693-4258-9CFA-AC8008194ECD}" destId="{463FA55D-66B1-442C-9D97-148544114DBF}" srcOrd="0" destOrd="0" parTransId="{7F1592DE-CFA2-4471-98EA-667044E7DAC0}" sibTransId="{9BEA8889-7141-48EC-9F6A-6EE716E15C5C}"/>
    <dgm:cxn modelId="{D1918744-CF54-4BCD-ADEB-F57D72D7FCA5}" type="presOf" srcId="{4C868754-B515-4B78-844E-F553E0B9F474}" destId="{79F57E9E-3D30-4914-A22B-DABA3A4A83D3}" srcOrd="0" destOrd="0" presId="urn:microsoft.com/office/officeart/2005/8/layout/hList1"/>
    <dgm:cxn modelId="{89703072-15A7-4453-AA56-2787B8EF78EF}" type="presOf" srcId="{7C59E946-E177-4F4E-AEB7-9C9C303B07C4}" destId="{4CDF57D3-4E86-458E-A816-A99AAF13CE20}" srcOrd="0" destOrd="0" presId="urn:microsoft.com/office/officeart/2005/8/layout/hList1"/>
    <dgm:cxn modelId="{4E91895A-522B-4782-A22B-2F654CD07505}" type="presOf" srcId="{D5E5927E-74BF-4085-BE9F-BF53FF5F3CF1}" destId="{C22BACA0-7532-4F16-AE62-0F857B858E7F}" srcOrd="0" destOrd="0" presId="urn:microsoft.com/office/officeart/2005/8/layout/hList1"/>
    <dgm:cxn modelId="{A7BBA581-7EC7-4D07-ADAD-873FC91F89A9}" srcId="{755898E6-B509-4837-A6D3-6C3E4C5934E4}" destId="{E8102230-48E4-4F24-9EC0-F7E6366BD18B}" srcOrd="1" destOrd="0" parTransId="{E057746C-E1D8-4DB4-8D73-0C980C3D7DD3}" sibTransId="{3AF44992-CA20-44F7-9CAA-4BD166011040}"/>
    <dgm:cxn modelId="{A34B2A85-CB51-403A-BC4D-C3C4CCD037A8}" type="presOf" srcId="{755898E6-B509-4837-A6D3-6C3E4C5934E4}" destId="{B2770FCF-6487-4762-8469-D608B7E4656C}" srcOrd="0" destOrd="0" presId="urn:microsoft.com/office/officeart/2005/8/layout/hList1"/>
    <dgm:cxn modelId="{15559289-37FC-4BF3-95BA-989B5329B623}" type="presOf" srcId="{EDF8195B-58EB-49BD-BC35-9171E8AF92B4}" destId="{DE431911-AE56-4535-8EE0-E31B04381778}" srcOrd="0" destOrd="1" presId="urn:microsoft.com/office/officeart/2005/8/layout/hList1"/>
    <dgm:cxn modelId="{9C30388E-B75B-4344-8A8E-8FD332CF98DF}" srcId="{755898E6-B509-4837-A6D3-6C3E4C5934E4}" destId="{4C868754-B515-4B78-844E-F553E0B9F474}" srcOrd="0" destOrd="0" parTransId="{66A8A8DC-25BE-4410-B1D2-0FBF34F26BA6}" sibTransId="{4CA54C95-84B6-4810-A2DB-ADF865CC6AF7}"/>
    <dgm:cxn modelId="{DE6DF094-1E3A-40E2-9A81-787E192EEE6E}" srcId="{D5E5927E-74BF-4085-BE9F-BF53FF5F3CF1}" destId="{D556BE6B-69FC-4A8A-A727-55A0A831F13E}" srcOrd="0" destOrd="0" parTransId="{62D27A3A-6FA3-4B51-BB6D-4AAEEC3D9A94}" sibTransId="{4137D17D-0AB0-4C07-B521-50D2523191B6}"/>
    <dgm:cxn modelId="{FF697C97-7E36-494B-B839-D547B60F85FD}" srcId="{463FA55D-66B1-442C-9D97-148544114DBF}" destId="{8E0032E7-3371-4220-B83B-2BDAD5E094BA}" srcOrd="2" destOrd="0" parTransId="{BC4EF00B-9228-45FD-9761-48B2DE4AE8A3}" sibTransId="{160B3AC9-0C1A-4FC8-987E-B9BA635490BC}"/>
    <dgm:cxn modelId="{2AA065A3-1D65-4143-B574-DE9087CABE5A}" type="presOf" srcId="{E8102230-48E4-4F24-9EC0-F7E6366BD18B}" destId="{79F57E9E-3D30-4914-A22B-DABA3A4A83D3}" srcOrd="0" destOrd="1" presId="urn:microsoft.com/office/officeart/2005/8/layout/hList1"/>
    <dgm:cxn modelId="{AAC710AA-6876-4EAC-956C-C572ACE1D89E}" srcId="{1EEBC991-0693-4258-9CFA-AC8008194ECD}" destId="{D5E5927E-74BF-4085-BE9F-BF53FF5F3CF1}" srcOrd="2" destOrd="0" parTransId="{2B397E06-B0E9-46D4-9AA6-ED4F83B388C4}" sibTransId="{68E8BD9A-D0A4-495E-B404-C50CF118BA15}"/>
    <dgm:cxn modelId="{B793D1B0-EDD1-4BA0-83CA-B760852783A6}" type="presOf" srcId="{8E0032E7-3371-4220-B83B-2BDAD5E094BA}" destId="{4CDF57D3-4E86-458E-A816-A99AAF13CE20}" srcOrd="0" destOrd="2" presId="urn:microsoft.com/office/officeart/2005/8/layout/hList1"/>
    <dgm:cxn modelId="{ECF15DB1-C2D0-442E-B88F-BC07754495E5}" type="presOf" srcId="{294514EA-2B97-465D-9673-14D6950BC256}" destId="{4CDF57D3-4E86-458E-A816-A99AAF13CE20}" srcOrd="0" destOrd="1" presId="urn:microsoft.com/office/officeart/2005/8/layout/hList1"/>
    <dgm:cxn modelId="{33A03BC0-DB86-400C-854E-C6CAAEFED7A0}" type="presOf" srcId="{463FA55D-66B1-442C-9D97-148544114DBF}" destId="{DB94BDB1-4518-43A4-8926-283957D16C2F}" srcOrd="0" destOrd="0" presId="urn:microsoft.com/office/officeart/2005/8/layout/hList1"/>
    <dgm:cxn modelId="{B33823C6-1594-45E1-B2BD-73AB90515253}" srcId="{463FA55D-66B1-442C-9D97-148544114DBF}" destId="{7C59E946-E177-4F4E-AEB7-9C9C303B07C4}" srcOrd="0" destOrd="0" parTransId="{C3239E38-4D57-41CB-A5D5-9D07DE46B932}" sibTransId="{C542041F-42E5-429B-A6C4-4A11F9230827}"/>
    <dgm:cxn modelId="{1204CAC7-FA4F-4C00-A083-2EEFABBB822B}" type="presOf" srcId="{1EEBC991-0693-4258-9CFA-AC8008194ECD}" destId="{DBEEC4AD-D512-4C25-A76A-FC089226F9F6}" srcOrd="0" destOrd="0" presId="urn:microsoft.com/office/officeart/2005/8/layout/hList1"/>
    <dgm:cxn modelId="{8348E5D2-615A-4596-9973-956090D835E4}" srcId="{1EEBC991-0693-4258-9CFA-AC8008194ECD}" destId="{755898E6-B509-4837-A6D3-6C3E4C5934E4}" srcOrd="1" destOrd="0" parTransId="{B935A9F1-5025-4C78-AD54-536E7F862D83}" sibTransId="{1F3B0ECB-2198-45FD-BB48-8DD4AD442F5C}"/>
    <dgm:cxn modelId="{6AA314DC-5E68-4381-8E49-DC6D1917F5F6}" type="presOf" srcId="{D556BE6B-69FC-4A8A-A727-55A0A831F13E}" destId="{DE431911-AE56-4535-8EE0-E31B04381778}" srcOrd="0" destOrd="0" presId="urn:microsoft.com/office/officeart/2005/8/layout/hList1"/>
    <dgm:cxn modelId="{38DEE1F8-D71D-4545-9743-299BFDB2C68D}" srcId="{D5E5927E-74BF-4085-BE9F-BF53FF5F3CF1}" destId="{EDF8195B-58EB-49BD-BC35-9171E8AF92B4}" srcOrd="1" destOrd="0" parTransId="{82F74498-2BD1-4E25-8ED0-1F23901B17FB}" sibTransId="{655241F2-5158-4D5D-B416-E8A1201309DA}"/>
    <dgm:cxn modelId="{3F55EFDF-4BF7-4A2B-8E71-5903B76F9ED1}" type="presParOf" srcId="{DBEEC4AD-D512-4C25-A76A-FC089226F9F6}" destId="{8B453931-2A3C-4E03-BB30-F0D1A03FD927}" srcOrd="0" destOrd="0" presId="urn:microsoft.com/office/officeart/2005/8/layout/hList1"/>
    <dgm:cxn modelId="{79E43CED-439D-4A95-B094-5334C4D075A9}" type="presParOf" srcId="{8B453931-2A3C-4E03-BB30-F0D1A03FD927}" destId="{DB94BDB1-4518-43A4-8926-283957D16C2F}" srcOrd="0" destOrd="0" presId="urn:microsoft.com/office/officeart/2005/8/layout/hList1"/>
    <dgm:cxn modelId="{E0F21BFA-945C-450C-A528-FD58DEA131A8}" type="presParOf" srcId="{8B453931-2A3C-4E03-BB30-F0D1A03FD927}" destId="{4CDF57D3-4E86-458E-A816-A99AAF13CE20}" srcOrd="1" destOrd="0" presId="urn:microsoft.com/office/officeart/2005/8/layout/hList1"/>
    <dgm:cxn modelId="{666E7596-45DB-4699-B084-E1B2BF710B41}" type="presParOf" srcId="{DBEEC4AD-D512-4C25-A76A-FC089226F9F6}" destId="{53D8DFA9-A9C3-49B2-BD46-0C0D1122288F}" srcOrd="1" destOrd="0" presId="urn:microsoft.com/office/officeart/2005/8/layout/hList1"/>
    <dgm:cxn modelId="{862E7CE1-6AF0-4CFB-BCA5-14AAE89FBE92}" type="presParOf" srcId="{DBEEC4AD-D512-4C25-A76A-FC089226F9F6}" destId="{23F6B7FD-1839-4917-A591-6B55F0D03582}" srcOrd="2" destOrd="0" presId="urn:microsoft.com/office/officeart/2005/8/layout/hList1"/>
    <dgm:cxn modelId="{6D9C427C-9DE2-406B-9A3A-7A0ECDF7FC3A}" type="presParOf" srcId="{23F6B7FD-1839-4917-A591-6B55F0D03582}" destId="{B2770FCF-6487-4762-8469-D608B7E4656C}" srcOrd="0" destOrd="0" presId="urn:microsoft.com/office/officeart/2005/8/layout/hList1"/>
    <dgm:cxn modelId="{5519B7C6-C9B0-4F3A-9A20-27B1AC921569}" type="presParOf" srcId="{23F6B7FD-1839-4917-A591-6B55F0D03582}" destId="{79F57E9E-3D30-4914-A22B-DABA3A4A83D3}" srcOrd="1" destOrd="0" presId="urn:microsoft.com/office/officeart/2005/8/layout/hList1"/>
    <dgm:cxn modelId="{04C8EC0A-7FCC-4270-8859-F29E6A269750}" type="presParOf" srcId="{DBEEC4AD-D512-4C25-A76A-FC089226F9F6}" destId="{79701475-4EC5-4C26-B3E3-B2C275933987}" srcOrd="3" destOrd="0" presId="urn:microsoft.com/office/officeart/2005/8/layout/hList1"/>
    <dgm:cxn modelId="{D1C29408-7585-468D-A766-DFF6C7CFAE76}" type="presParOf" srcId="{DBEEC4AD-D512-4C25-A76A-FC089226F9F6}" destId="{CDFA423B-67A4-4E97-9689-51F8D1E275AC}" srcOrd="4" destOrd="0" presId="urn:microsoft.com/office/officeart/2005/8/layout/hList1"/>
    <dgm:cxn modelId="{CF53C9D6-B4FF-49A8-A011-76970D10461E}" type="presParOf" srcId="{CDFA423B-67A4-4E97-9689-51F8D1E275AC}" destId="{C22BACA0-7532-4F16-AE62-0F857B858E7F}" srcOrd="0" destOrd="0" presId="urn:microsoft.com/office/officeart/2005/8/layout/hList1"/>
    <dgm:cxn modelId="{6BBE16B8-76D6-49A7-BFA1-E3A8B9452AAB}" type="presParOf" srcId="{CDFA423B-67A4-4E97-9689-51F8D1E275AC}" destId="{DE431911-AE56-4535-8EE0-E31B043817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26B9F-066E-4358-B54C-8E70FA878934}">
      <dsp:nvSpPr>
        <dsp:cNvPr id="0" name=""/>
        <dsp:cNvSpPr/>
      </dsp:nvSpPr>
      <dsp:spPr>
        <a:xfrm>
          <a:off x="1131380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AE51B-9A0E-461F-8F0A-75EAD0D5E63D}">
      <dsp:nvSpPr>
        <dsp:cNvPr id="0" name=""/>
        <dsp:cNvSpPr/>
      </dsp:nvSpPr>
      <dsp:spPr>
        <a:xfrm>
          <a:off x="345369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/>
            <a:t>El proyecto se desarrollará utilizando una </a:t>
          </a:r>
          <a:r>
            <a:rPr lang="es-CL" sz="1200" b="1" kern="1200"/>
            <a:t>metodología ágil (SCRUM y XP)</a:t>
          </a:r>
          <a:r>
            <a:rPr lang="es-CL" sz="1200" kern="1200"/>
            <a:t> </a:t>
          </a:r>
          <a:endParaRPr lang="en-US" sz="1200" kern="1200"/>
        </a:p>
      </dsp:txBody>
      <dsp:txXfrm>
        <a:off x="345369" y="1941123"/>
        <a:ext cx="2858223" cy="720000"/>
      </dsp:txXfrm>
    </dsp:sp>
    <dsp:sp modelId="{2190DD2E-F5C1-4473-B771-D7E4B6EFF3CC}">
      <dsp:nvSpPr>
        <dsp:cNvPr id="0" name=""/>
        <dsp:cNvSpPr/>
      </dsp:nvSpPr>
      <dsp:spPr>
        <a:xfrm>
          <a:off x="4489792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6770B-4895-462C-A4CF-B8E551083C06}">
      <dsp:nvSpPr>
        <dsp:cNvPr id="0" name=""/>
        <dsp:cNvSpPr/>
      </dsp:nvSpPr>
      <dsp:spPr>
        <a:xfrm>
          <a:off x="3703781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Maximiliano Abalos</a:t>
          </a:r>
          <a:r>
            <a:rPr lang="es-CL" sz="1200" kern="1200"/>
            <a:t>: responsable del análisis de requerimientos, modelado de datos,  pruebas de seguridad y desarrollo.</a:t>
          </a:r>
          <a:endParaRPr lang="en-US" sz="1200" kern="1200"/>
        </a:p>
      </dsp:txBody>
      <dsp:txXfrm>
        <a:off x="3703781" y="1941123"/>
        <a:ext cx="2858223" cy="720000"/>
      </dsp:txXfrm>
    </dsp:sp>
    <dsp:sp modelId="{A3C399C6-A180-4C26-A27B-E729B0574401}">
      <dsp:nvSpPr>
        <dsp:cNvPr id="0" name=""/>
        <dsp:cNvSpPr/>
      </dsp:nvSpPr>
      <dsp:spPr>
        <a:xfrm>
          <a:off x="7848205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51B26-6374-4B87-A719-09E5077D5893}">
      <dsp:nvSpPr>
        <dsp:cNvPr id="0" name=""/>
        <dsp:cNvSpPr/>
      </dsp:nvSpPr>
      <dsp:spPr>
        <a:xfrm>
          <a:off x="7062193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José Puchulu</a:t>
          </a:r>
          <a:r>
            <a:rPr lang="es-CL" sz="1200" kern="1200"/>
            <a:t>: responsable de desarrollo fullstack del proyecto.</a:t>
          </a:r>
          <a:endParaRPr lang="en-US" sz="1200" kern="1200"/>
        </a:p>
      </dsp:txBody>
      <dsp:txXfrm>
        <a:off x="7062193" y="1941123"/>
        <a:ext cx="2858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4BDB1-4518-43A4-8926-283957D16C2F}">
      <dsp:nvSpPr>
        <dsp:cNvPr id="0" name=""/>
        <dsp:cNvSpPr/>
      </dsp:nvSpPr>
      <dsp:spPr>
        <a:xfrm>
          <a:off x="2050" y="244322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Facilitadores</a:t>
          </a:r>
          <a:endParaRPr lang="en-US" sz="1200" kern="1200"/>
        </a:p>
      </dsp:txBody>
      <dsp:txXfrm>
        <a:off x="2050" y="244322"/>
        <a:ext cx="1999721" cy="345600"/>
      </dsp:txXfrm>
    </dsp:sp>
    <dsp:sp modelId="{4CDF57D3-4E86-458E-A816-A99AAF13CE20}">
      <dsp:nvSpPr>
        <dsp:cNvPr id="0" name=""/>
        <dsp:cNvSpPr/>
      </dsp:nvSpPr>
      <dsp:spPr>
        <a:xfrm>
          <a:off x="2050" y="589922"/>
          <a:ext cx="1999721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Distribución clara de tareas entre los integrantes.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Uso de herramientas de código abierto y librerías oficiales.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Buena planificación del trabajo, con revisiones semanales y control del progreso.</a:t>
          </a:r>
          <a:endParaRPr lang="en-US" sz="1200" kern="1200"/>
        </a:p>
      </dsp:txBody>
      <dsp:txXfrm>
        <a:off x="2050" y="589922"/>
        <a:ext cx="1999721" cy="2089631"/>
      </dsp:txXfrm>
    </dsp:sp>
    <dsp:sp modelId="{B2770FCF-6487-4762-8469-D608B7E4656C}">
      <dsp:nvSpPr>
        <dsp:cNvPr id="0" name=""/>
        <dsp:cNvSpPr/>
      </dsp:nvSpPr>
      <dsp:spPr>
        <a:xfrm>
          <a:off x="2281734" y="244322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Dificultades</a:t>
          </a:r>
          <a:endParaRPr lang="en-US" sz="1200" kern="1200"/>
        </a:p>
      </dsp:txBody>
      <dsp:txXfrm>
        <a:off x="2281734" y="244322"/>
        <a:ext cx="1999721" cy="345600"/>
      </dsp:txXfrm>
    </dsp:sp>
    <dsp:sp modelId="{79F57E9E-3D30-4914-A22B-DABA3A4A83D3}">
      <dsp:nvSpPr>
        <dsp:cNvPr id="0" name=""/>
        <dsp:cNvSpPr/>
      </dsp:nvSpPr>
      <dsp:spPr>
        <a:xfrm>
          <a:off x="2281734" y="589922"/>
          <a:ext cx="1999721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Dificultades técnicas en la integración del cifrado y la autenticación biométrica.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Limitaciones del entorno, especialmente al emular el sensor biométrico.</a:t>
          </a:r>
          <a:endParaRPr lang="en-US" sz="1200" kern="1200"/>
        </a:p>
      </dsp:txBody>
      <dsp:txXfrm>
        <a:off x="2281734" y="589922"/>
        <a:ext cx="1999721" cy="2089631"/>
      </dsp:txXfrm>
    </dsp:sp>
    <dsp:sp modelId="{C22BACA0-7532-4F16-AE62-0F857B858E7F}">
      <dsp:nvSpPr>
        <dsp:cNvPr id="0" name=""/>
        <dsp:cNvSpPr/>
      </dsp:nvSpPr>
      <dsp:spPr>
        <a:xfrm>
          <a:off x="4561417" y="244322"/>
          <a:ext cx="1999721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Ajustes realizados</a:t>
          </a:r>
          <a:endParaRPr lang="en-US" sz="1200" kern="1200"/>
        </a:p>
      </dsp:txBody>
      <dsp:txXfrm>
        <a:off x="4561417" y="244322"/>
        <a:ext cx="1999721" cy="345600"/>
      </dsp:txXfrm>
    </dsp:sp>
    <dsp:sp modelId="{DE431911-AE56-4535-8EE0-E31B04381778}">
      <dsp:nvSpPr>
        <dsp:cNvPr id="0" name=""/>
        <dsp:cNvSpPr/>
      </dsp:nvSpPr>
      <dsp:spPr>
        <a:xfrm>
          <a:off x="4561417" y="589922"/>
          <a:ext cx="1999721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Simplificación del proceso de validación mediante pruebas locales y dispositivos 	físicos reales.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Sustitución temporal de Android Studio por herramientas más ligeras para pruebas 	de interfaz y flujo de datos.</a:t>
          </a:r>
          <a:endParaRPr lang="en-US" sz="1200" kern="1200"/>
        </a:p>
      </dsp:txBody>
      <dsp:txXfrm>
        <a:off x="4561417" y="589922"/>
        <a:ext cx="1999721" cy="2089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5181-84CE-3524-D68D-682B0F01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EE94D-6907-146E-CD9F-F7D4D6EE1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C07F-99A7-224C-F60D-E7E57E4B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283D6-F160-D1E6-106D-A182D54A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3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6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44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961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114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717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137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622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6375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681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723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913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83146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817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02303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659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8625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2611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31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68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42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68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89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80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67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2A337B9A-DE2D-4671-B699-5EDA7354E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1FF374-3B98-4564-AE0E-A0E3449C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101EEE-F7FA-44E2-BF5F-95571AD68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30387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302D4F30-5844-4CA5-8028-CB1062220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B71266B3-DB95-4F7C-A76B-F30C325E7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711BB886-FE10-483D-B669-8B4FDAE88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DBB10313-108E-47E0-96CC-EE38086BE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2D2A0B35-5B2B-4533-BE63-85791BC04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F0F55776-34CB-41DA-9166-4CC2528E8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6B68EF-B3A8-463C-BDF5-BA405E26A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0FDE76EA-CDDE-4C98-A099-56BAA22B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414999FF-82AE-468C-9EE5-7E5812F4A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113F3EA-E4F3-451A-BEB4-1F27E977F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402DB613-E430-44B1-B1A1-0F8531584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5B5F7126-E219-449C-8D80-ED6D37A9A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3151108-53A6-4587-A1C2-CB3190DB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2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1DE42585-D00C-4684-B1A0-026BA0A0F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C5268716-585D-4B24-ABD2-AF12EC98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DCAE570-EFF4-45F5-9F97-FC077DE1E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3BC94BD2-0699-45A5-9542-2EDCF3971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FF067475-7031-41B6-ACB3-6013E2563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367DED49-34B8-4862-8ED6-2E4E3D413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68FD7647-AEA6-49CF-B582-F86043262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1ABA044F-5911-42D4-9A6C-03E53228B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77F132DE-9A8C-43EA-BA67-E51AA70D3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7F73D12E-A468-4F0C-91F1-362FB7D08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34622036-2272-4833-A888-208BAE649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836BDD58-F307-46EE-B9E0-37A80D28E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066" y="2514600"/>
            <a:ext cx="5681134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Maximiliano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Abalos</a:t>
            </a:r>
            <a:b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Jose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Puchulu</a:t>
            </a:r>
            <a:endParaRPr lang="en-US" sz="18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86D3AA-9377-4159-A088-4EB1D01E1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378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Freeform 33">
            <a:extLst>
              <a:ext uri="{FF2B5EF4-FFF2-40B4-BE49-F238E27FC236}">
                <a16:creationId xmlns:a16="http://schemas.microsoft.com/office/drawing/2014/main" id="{27506871-B194-40FA-99D7-573E14B1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BB540341-03DA-0598-1ED1-E38E6C852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862"/>
          <a:stretch>
            <a:fillRect/>
          </a:stretch>
        </p:blipFill>
        <p:spPr>
          <a:xfrm>
            <a:off x="20" y="10"/>
            <a:ext cx="3681027" cy="68532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89411" y="452954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</a:rPr>
              <a:t>Problemática</a:t>
            </a: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rgbClr val="FF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9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/>
              <a:t>El problema que busca resolver este proyecto es la falta de soluciones seguras y locales para el almacenamiento de contraseñas y passkeys en dispositivos móviles. Actualmente, la mayoría de las aplicaciones de gestión de credenciales dependen de la nube, lo que introduce riesgos de exposición de datos, dependencia de terceros y necesidad de conectividad constante.</a:t>
            </a: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yellow and black padlock&#10;&#10;AI-generated content may be incorrect.">
            <a:extLst>
              <a:ext uri="{FF2B5EF4-FFF2-40B4-BE49-F238E27FC236}">
                <a16:creationId xmlns:a16="http://schemas.microsoft.com/office/drawing/2014/main" id="{CFB5C0AD-FA68-EC57-FBDB-C029CE83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2" r="16576" b="-4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4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5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F204D-A372-6320-019D-AF01DFE4FC1C}"/>
              </a:ext>
            </a:extLst>
          </p:cNvPr>
          <p:cNvSpPr txBox="1">
            <a:spLocks/>
          </p:cNvSpPr>
          <p:nvPr/>
        </p:nvSpPr>
        <p:spPr>
          <a:xfrm>
            <a:off x="6438191" y="2133600"/>
            <a:ext cx="506641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buClr>
                <a:schemeClr val="accent1"/>
              </a:buClr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Lo que se espera lograr con este proyecto es el desarrollo de una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aplicación Android segura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que permita a los usuarios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almacenar y gestionar passkeys de manera local.</a:t>
            </a:r>
            <a:b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2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accent1">
              <a:alpha val="30000"/>
            </a:schemeClr>
          </a:solidFill>
        </p:grpSpPr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756" y="1159566"/>
            <a:ext cx="3662939" cy="4568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Objetivos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0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7310" y="1286934"/>
            <a:ext cx="5292436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Implementar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una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base de </a:t>
            </a:r>
            <a:r>
              <a:rPr lang="en-US" b="1" dirty="0" err="1">
                <a:solidFill>
                  <a:srgbClr val="FFFFFF"/>
                </a:solidFill>
              </a:rPr>
              <a:t>datos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Implementar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Biometrica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Realizar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pruebas</a:t>
            </a:r>
            <a:r>
              <a:rPr lang="en-US" b="1" dirty="0">
                <a:solidFill>
                  <a:srgbClr val="FFFFFF"/>
                </a:solidFill>
              </a:rPr>
              <a:t> de </a:t>
            </a:r>
            <a:r>
              <a:rPr lang="en-US" b="1" dirty="0" err="1">
                <a:solidFill>
                  <a:srgbClr val="FFFFFF"/>
                </a:solidFill>
              </a:rPr>
              <a:t>validación</a:t>
            </a:r>
            <a:r>
              <a:rPr lang="en-US" b="1" dirty="0">
                <a:solidFill>
                  <a:srgbClr val="FFFFFF"/>
                </a:solidFill>
              </a:rPr>
              <a:t> de </a:t>
            </a:r>
            <a:r>
              <a:rPr lang="en-US" b="1" dirty="0" err="1">
                <a:solidFill>
                  <a:srgbClr val="FFFFFF"/>
                </a:solidFill>
              </a:rPr>
              <a:t>seguridad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frente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intentos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extracción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accesos</a:t>
            </a:r>
            <a:r>
              <a:rPr lang="en-US" dirty="0">
                <a:solidFill>
                  <a:srgbClr val="FFFFFF"/>
                </a:solidFill>
              </a:rPr>
              <a:t> no </a:t>
            </a:r>
            <a:r>
              <a:rPr lang="en-US" dirty="0" err="1">
                <a:solidFill>
                  <a:srgbClr val="FFFFFF"/>
                </a:solidFill>
              </a:rPr>
              <a:t>autorizados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FFFFFF"/>
                </a:solidFill>
              </a:rPr>
              <a:t>Documentar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proceso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entregar</a:t>
            </a:r>
            <a:r>
              <a:rPr lang="en-US" dirty="0">
                <a:solidFill>
                  <a:srgbClr val="FFFFFF"/>
                </a:solidFill>
              </a:rPr>
              <a:t> un </a:t>
            </a:r>
            <a:r>
              <a:rPr lang="en-US" b="1" dirty="0" err="1">
                <a:solidFill>
                  <a:srgbClr val="FFFFFF"/>
                </a:solidFill>
              </a:rPr>
              <a:t>prototipo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funcional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acompañado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informe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técnico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080" y="6243440"/>
            <a:ext cx="8613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tx1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8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0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6" name="Rectangle 31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F4434380-D1E2-058A-6CAC-7F7F7609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2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Areas de desempeño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171ED2-DFD4-666E-F6D1-C672E5CE86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Desarrollo de software seguro</a:t>
            </a:r>
            <a:r>
              <a:rPr lang="en-US" sz="1500"/>
              <a:t>: construcción de aplicaciones móviles seguras considerando estándares de la industria.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Ciberseguridad aplicada</a:t>
            </a:r>
            <a:r>
              <a:rPr lang="en-US" sz="1500"/>
              <a:t>: aplicación de técnicas de cifrado, gestión de claves y autenticación para proteger datos sensibles.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Gestión de proyectos informáticos</a:t>
            </a:r>
            <a:r>
              <a:rPr lang="en-US" sz="1500"/>
              <a:t>: planificación, control y documentación de un proyecto de software con entregables definidos.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Modelamiento</a:t>
            </a:r>
            <a:r>
              <a:rPr lang="en-US" sz="1500"/>
              <a:t> </a:t>
            </a:r>
            <a:r>
              <a:rPr lang="en-US" sz="1500" b="1"/>
              <a:t>y administración de datos</a:t>
            </a:r>
            <a:r>
              <a:rPr lang="en-US" sz="1500"/>
              <a:t>: diseño de un modelo de datos seguro y escalable para el almacenamiento local de información sensible.</a:t>
            </a:r>
          </a:p>
        </p:txBody>
      </p:sp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9D7DC-BC92-883B-02EB-5BDBF716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2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6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2F156501-93AA-2FED-E03A-B25B88A8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43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4159C-1CCB-8CB0-9F01-F5D58DF1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F8D0EA-7CE3-D37E-A68C-4D65DC32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Competencias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3D016F-1933-51D9-8A7D-49A98F5C8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Desarrollar soluciones de software</a:t>
            </a:r>
            <a:r>
              <a:rPr lang="en-US" sz="1500"/>
              <a:t> utilizando técnicas que sistematicen el proceso de desarrollo y mantenimiento, asegurando el logro de los objetivos.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Gestionar proyectos informáticos</a:t>
            </a:r>
            <a:r>
              <a:rPr lang="en-US" sz="1500"/>
              <a:t>, ofreciendo alternativas para la toma de decisiones de acuerdo con los requerimientos de la organización.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Construir modelos de datos</a:t>
            </a:r>
            <a:r>
              <a:rPr lang="en-US" sz="1500"/>
              <a:t> para soportar los requerimientos de la aplicación de acuerdo a un diseño definido y escalable en el tiempo.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/>
              <a:t>Realizar pruebas de certificación</a:t>
            </a:r>
            <a:r>
              <a:rPr lang="en-US" sz="1500"/>
              <a:t> de productos y procesos utilizando buenas prácticas de la industria, asegurando calidad y seguridad.</a:t>
            </a:r>
          </a:p>
        </p:txBody>
      </p:sp>
    </p:spTree>
    <p:extLst>
      <p:ext uri="{BB962C8B-B14F-4D97-AF65-F5344CB8AC3E}">
        <p14:creationId xmlns:p14="http://schemas.microsoft.com/office/powerpoint/2010/main" val="6037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96ED90-EC65-43A4-B2EF-AF696BAA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3429D0-CB53-4C03-878C-43C31F27E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E3C0F14-CFB2-422D-8C27-C05900057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166A2CB-8B53-43A6-9BA2-C7CC6CF29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3C00B90-9276-4889-9254-D7DD9B956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82B4B58-2BD8-44A1-BC1B-24CF171D5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87DFB3F-163E-427B-AD97-4D959AFA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947E116-0E5F-4151-A266-838DCF74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4E22B53-0CCD-4425-982E-FBD7A5AE5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1418348-352C-405D-843F-02F759C1A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D24C79-C716-4FA6-A27A-067085270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55C2DE1-DCCA-4C79-B04A-781D1A3D9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776F50F-14F4-475E-BCB7-17FC0785B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BDB0DA-68E7-4684-91C5-5AB2BFED4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9E72399C-BBC0-42A8-9748-4797554BE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48E248AF-3631-45B1-92F0-E06A965A1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C4D7FC8C-56F5-4922-A71A-33D64A292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7F89C0C-EB85-419D-BB93-0206A2AFE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80ABA0D9-57B4-44A9-8807-4FE17D254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253C3D53-3C3B-4D58-A8FC-8D700F94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EFA8FD5A-A185-4336-8F88-913947E4A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376A1771-7E82-4933-B181-ABB739D1C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9F2DAC55-7895-49FE-AC9C-A8E7013BE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4C22408E-5BCB-4876-A3FA-64F1AF28F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0F3149B3-9646-40F8-8C00-2D571CB08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76F045BD-A98B-4E02-83F2-FFB1A89EA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2E71B7E-BFF8-4843-B7D0-22045FFE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332B447E-2E34-4E0E-9C81-372BC888A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64D327B-3D15-4255-9351-EE624EFBB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AFF06-2038-48C7-8C6E-26FDAF7AF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Metodología</a:t>
            </a:r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4416ADE8-5973-4118-8015-CC02D548C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AEB8887-923B-384B-DF57-119D4074E74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4759578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F68F70-5BE5-C77D-34AC-6D895696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Etapas del Proyecto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9F9A5-74D3-6727-A007-7BBE7CAC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>
              <a:latin typeface="+mn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7855-2DF9-378D-7D72-48E16A5695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1:</a:t>
            </a:r>
            <a:r>
              <a:rPr lang="en-US" sz="1100" i="1" dirty="0"/>
              <a:t> </a:t>
            </a:r>
            <a:r>
              <a:rPr lang="en-US" sz="1100" i="1" dirty="0" err="1"/>
              <a:t>Definición</a:t>
            </a:r>
            <a:r>
              <a:rPr lang="en-US" sz="1100" i="1" dirty="0"/>
              <a:t> de </a:t>
            </a:r>
            <a:r>
              <a:rPr lang="en-US" sz="1100" i="1" dirty="0" err="1"/>
              <a:t>requerimientos</a:t>
            </a:r>
            <a:r>
              <a:rPr lang="en-US" sz="1100" i="1" dirty="0"/>
              <a:t>, </a:t>
            </a:r>
            <a:r>
              <a:rPr lang="en-US" sz="1100" i="1" dirty="0" err="1"/>
              <a:t>diseño</a:t>
            </a:r>
            <a:r>
              <a:rPr lang="en-US" sz="1100" i="1" dirty="0"/>
              <a:t> de la </a:t>
            </a:r>
            <a:r>
              <a:rPr lang="en-US" sz="1100" i="1" dirty="0" err="1"/>
              <a:t>arquitectura</a:t>
            </a:r>
            <a:r>
              <a:rPr lang="en-US" sz="1100" i="1" dirty="0"/>
              <a:t> y del </a:t>
            </a:r>
            <a:r>
              <a:rPr lang="en-US" sz="1100" i="1" dirty="0" err="1"/>
              <a:t>modelo</a:t>
            </a:r>
            <a:r>
              <a:rPr lang="en-US" sz="1100" i="1" dirty="0"/>
              <a:t> de </a:t>
            </a:r>
            <a:r>
              <a:rPr lang="en-US" sz="1100" i="1" dirty="0" err="1"/>
              <a:t>datos</a:t>
            </a:r>
            <a:r>
              <a:rPr lang="en-US" sz="1100" i="1" dirty="0"/>
              <a:t>, y </a:t>
            </a:r>
            <a:r>
              <a:rPr lang="en-US" sz="1100" i="1" dirty="0" err="1"/>
              <a:t>elaboración</a:t>
            </a:r>
            <a:r>
              <a:rPr lang="en-US" sz="1100" i="1" dirty="0"/>
              <a:t> del plan de </a:t>
            </a:r>
            <a:r>
              <a:rPr lang="en-US" sz="1100" i="1" dirty="0" err="1"/>
              <a:t>trabajo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2:</a:t>
            </a:r>
            <a:r>
              <a:rPr lang="en-US" sz="1100" i="1" dirty="0"/>
              <a:t> </a:t>
            </a:r>
            <a:r>
              <a:rPr lang="en-US" sz="1100" i="1" dirty="0" err="1"/>
              <a:t>Configuración</a:t>
            </a:r>
            <a:r>
              <a:rPr lang="en-US" sz="1100" i="1" dirty="0"/>
              <a:t> del </a:t>
            </a:r>
            <a:r>
              <a:rPr lang="en-US" sz="1100" i="1" dirty="0" err="1"/>
              <a:t>entorno</a:t>
            </a:r>
            <a:r>
              <a:rPr lang="en-US" sz="1100" i="1" dirty="0"/>
              <a:t> y </a:t>
            </a:r>
            <a:r>
              <a:rPr lang="en-US" sz="1100" i="1" dirty="0" err="1"/>
              <a:t>desarollo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3:</a:t>
            </a:r>
            <a:r>
              <a:rPr lang="en-US" sz="1100" i="1" dirty="0"/>
              <a:t> </a:t>
            </a:r>
            <a:r>
              <a:rPr lang="en-US" sz="1100" i="1" dirty="0" err="1"/>
              <a:t>Validación</a:t>
            </a:r>
            <a:r>
              <a:rPr lang="en-US" sz="1100" i="1" dirty="0"/>
              <a:t> intermedia, </a:t>
            </a:r>
            <a:r>
              <a:rPr lang="en-US" sz="1100" i="1" dirty="0" err="1"/>
              <a:t>pruebas</a:t>
            </a:r>
            <a:r>
              <a:rPr lang="en-US" sz="1100" i="1" dirty="0"/>
              <a:t> de </a:t>
            </a:r>
            <a:r>
              <a:rPr lang="en-US" sz="1100" i="1" dirty="0" err="1"/>
              <a:t>seguridad</a:t>
            </a:r>
            <a:r>
              <a:rPr lang="en-US" sz="1100" i="1" dirty="0"/>
              <a:t>, </a:t>
            </a:r>
            <a:r>
              <a:rPr lang="en-US" sz="1100" i="1" dirty="0" err="1"/>
              <a:t>identificación</a:t>
            </a:r>
            <a:r>
              <a:rPr lang="en-US" sz="1100" i="1" dirty="0"/>
              <a:t> de </a:t>
            </a:r>
            <a:r>
              <a:rPr lang="en-US" sz="1100" i="1" dirty="0" err="1"/>
              <a:t>vulnerabilidades</a:t>
            </a:r>
            <a:r>
              <a:rPr lang="en-US" sz="1100" i="1" dirty="0"/>
              <a:t> </a:t>
            </a:r>
            <a:r>
              <a:rPr lang="en-US" sz="1100" i="1" dirty="0" err="1"/>
              <a:t>menores</a:t>
            </a:r>
            <a:r>
              <a:rPr lang="en-US" sz="1100" i="1" dirty="0"/>
              <a:t> y </a:t>
            </a:r>
            <a:r>
              <a:rPr lang="en-US" sz="1100" i="1" dirty="0" err="1"/>
              <a:t>aplicación</a:t>
            </a:r>
            <a:r>
              <a:rPr lang="en-US" sz="1100" i="1" dirty="0"/>
              <a:t> de </a:t>
            </a:r>
            <a:r>
              <a:rPr lang="en-US" sz="1100" i="1" dirty="0" err="1"/>
              <a:t>mejoras</a:t>
            </a:r>
            <a:r>
              <a:rPr lang="en-US" sz="1100" i="1" dirty="0"/>
              <a:t> previas al </a:t>
            </a:r>
            <a:r>
              <a:rPr lang="en-US" sz="1100" i="1" dirty="0" err="1"/>
              <a:t>cierre</a:t>
            </a:r>
            <a:r>
              <a:rPr lang="en-US" sz="1100" i="1" dirty="0"/>
              <a:t> del </a:t>
            </a:r>
            <a:r>
              <a:rPr lang="en-US" sz="1100" i="1" dirty="0" err="1"/>
              <a:t>proyecto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endParaRPr lang="en-US" sz="1100" b="1" i="1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lang="en-US" sz="1100" dirty="0"/>
          </a:p>
        </p:txBody>
      </p:sp>
      <p:graphicFrame>
        <p:nvGraphicFramePr>
          <p:cNvPr id="62" name="TextBox 5">
            <a:extLst>
              <a:ext uri="{FF2B5EF4-FFF2-40B4-BE49-F238E27FC236}">
                <a16:creationId xmlns:a16="http://schemas.microsoft.com/office/drawing/2014/main" id="{D79D0813-4E5F-9D9F-40E8-AF29BDDF045E}"/>
              </a:ext>
            </a:extLst>
          </p:cNvPr>
          <p:cNvGraphicFramePr/>
          <p:nvPr/>
        </p:nvGraphicFramePr>
        <p:xfrm>
          <a:off x="5196746" y="3873730"/>
          <a:ext cx="6563190" cy="2923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1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695B43-31F9-4244-9D31-678C0E2D7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186B16E-3413-455E-AD25-A9FA0C7C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CF8FFA5-512C-4844-B3AC-EC12C6E7D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22AE385B-CFC3-45DE-ABB2-22E353A2F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55C8BF8-564D-4041-92AF-A75E2F2F5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49322DE-3527-4994-927F-A809B2AFD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D2B60AD-C60E-433E-ABE0-BC0DC8096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C492CF3E-861F-4675-9F39-A9C793B61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14B6796-3278-46A9-B7CA-D6FB3FA60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83788E-CCBA-4DB8-A5F1-D85CCFBCD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67B0C9D-44C7-46BA-9BFF-872A6180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1F8FFD9-C04F-49B2-96EB-28B7F78AD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4ABFA56-2C1F-44E3-9032-DAB632681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ACF95E6-7054-4F41-A9EA-EECB0E112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BBD0526-C842-4D59-99D8-D5FC972E3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6224A5BC-CF52-49E1-AC83-913742A15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D07C1A0-36C3-416D-829C-19A3509F5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E7203C89-47F1-40A6-A5B9-1E750DEF7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2412B172-1B47-440E-BA93-BED9D73D5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A2FFD2C2-CE80-4892-989E-94BFCA190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9F8BA034-8EB0-47F2-80B4-9FFA5DF88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816F4717-2DD2-432E-980F-B70CDE3AD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4EB3558C-ABFF-46C7-926A-1F6F4735C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99D63C4C-915B-4552-A9DF-8758A2CCC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A6AD63BD-7C29-429E-9739-97284E0C5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DE0312A6-6DFD-4A75-BFD6-A1201963E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40256B3-3A34-4E53-B8DF-35A87BD39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A263FB94-8148-483B-A12C-1467767E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FEB6608-8330-44BA-83BC-19F5FA0BA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35D8B-FDA8-FC1F-BCC7-A4AC2983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529540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Evidencias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37E42-0DDC-C766-1EE1-E6E307272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19" y="622086"/>
            <a:ext cx="1657258" cy="3602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53033-E1E0-2BE8-4955-4C4E1F19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49" y="636530"/>
            <a:ext cx="1657258" cy="360273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FEE1A233-2BA2-4622-87A4-25FD07F8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0CD3AC0E-25F4-4A70-BCB4-0B62A59BF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66D96FBD-A519-47DF-A28D-CC870B3D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43DC6CD3-B31F-41DE-84E6-976918C7C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014B11C6-A9DF-4BDB-9A52-F1062FED4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2140EA04-3E06-4C84-B577-80B806061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8B5D9181-9CB0-49AC-93AF-F45BBD906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2122093A-8FA6-4839-B5FB-6B22A91C5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57E3A54A-BA53-41E2-BBD4-152041C83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31752422-9758-4896-AAF7-2915F127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53BF98E7-6146-4D11-9772-3EE6B0D58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D1F5C9FF-BC67-40AD-B4BE-13D53EDC0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AF8F8579-8B40-4C3D-BEEF-A0028783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D011E7-8E6B-4431-A352-A738EEF50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914D4E0-0A9E-45FD-9F68-432659AB9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4F5E9E50-DA76-4590-91EA-401E8F4E9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FFBB67EA-CFDA-4A50-B675-737B5993F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60B1A994-808C-4640-98EA-531A53DC6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8E497D75-4F08-4DFC-8F56-B72110CD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FCD686B3-C698-49C4-A7A0-D83658AD5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F5BE8222-C82B-441E-B4B3-82D1A61DF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443A8963-20BA-4850-9C5F-48E6BBBC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35418986-49D6-43CB-B8F0-3F6CBE7DD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BD894645-E752-4A27-9458-83C0A85E4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7">
              <a:extLst>
                <a:ext uri="{FF2B5EF4-FFF2-40B4-BE49-F238E27FC236}">
                  <a16:creationId xmlns:a16="http://schemas.microsoft.com/office/drawing/2014/main" id="{5CC48A4D-31B3-407B-AA15-5F31118A3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05C01D10-A933-4A26-A6E1-18583DAA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A18C61B-A11B-4758-A369-AB31FA53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2" name="Freeform 33">
            <a:extLst>
              <a:ext uri="{FF2B5EF4-FFF2-40B4-BE49-F238E27FC236}">
                <a16:creationId xmlns:a16="http://schemas.microsoft.com/office/drawing/2014/main" id="{61008426-209A-474C-B8DD-6B45248E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6EFE-1D17-9BB8-BE7F-6312E49E9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4959308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5965CD-57D5-C7C2-0006-68DF11FE0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208" y="632980"/>
            <a:ext cx="1648251" cy="36027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4C4E7E-6853-C195-3AE2-9F5093AFC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838" y="632980"/>
            <a:ext cx="1657258" cy="3606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5E6CB-F794-D592-F11D-CBDE65801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812" y="622086"/>
            <a:ext cx="1648251" cy="36027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D6C978E-413B-6274-542D-456EC7ECFFF4}"/>
              </a:ext>
            </a:extLst>
          </p:cNvPr>
          <p:cNvSpPr txBox="1"/>
          <p:nvPr/>
        </p:nvSpPr>
        <p:spPr>
          <a:xfrm>
            <a:off x="6292795" y="521191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SecurePass_1_1.0.apk</a:t>
            </a:r>
          </a:p>
        </p:txBody>
      </p:sp>
    </p:spTree>
    <p:extLst>
      <p:ext uri="{BB962C8B-B14F-4D97-AF65-F5344CB8AC3E}">
        <p14:creationId xmlns:p14="http://schemas.microsoft.com/office/powerpoint/2010/main" val="5607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F3A25E16-3875-437D-82D3-450FCD0AB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lumMod val="95000"/>
              <a:lumOff val="5000"/>
              <a:alpha val="30000"/>
            </a:schemeClr>
          </a:solidFill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326" y="1318591"/>
            <a:ext cx="5882201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Wis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210</TotalTime>
  <Words>529</Words>
  <Application>Microsoft Office PowerPoint</Application>
  <PresentationFormat>Widescreen</PresentationFormat>
  <Paragraphs>59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Wisp</vt:lpstr>
      <vt:lpstr>Secure Pass  Maximiliano Abalos Jose Puchulu</vt:lpstr>
      <vt:lpstr>Problemática</vt:lpstr>
      <vt:lpstr>Secure Pass </vt:lpstr>
      <vt:lpstr>Objetivos </vt:lpstr>
      <vt:lpstr>Areas de desempeño</vt:lpstr>
      <vt:lpstr>Competencias</vt:lpstr>
      <vt:lpstr>Metodología</vt:lpstr>
      <vt:lpstr>Etapas del Proyecto </vt:lpstr>
      <vt:lpstr>Evidencias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. ABALOS COUSINO</dc:creator>
  <cp:lastModifiedBy>MAXIMILIANO . ABALOS COUSINO</cp:lastModifiedBy>
  <cp:revision>5</cp:revision>
  <dcterms:created xsi:type="dcterms:W3CDTF">2025-09-23T03:46:59Z</dcterms:created>
  <dcterms:modified xsi:type="dcterms:W3CDTF">2025-10-21T17:08:41Z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