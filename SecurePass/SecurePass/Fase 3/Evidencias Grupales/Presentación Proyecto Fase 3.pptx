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0" r:id="rId4"/>
  </p:sldMasterIdLst>
  <p:notesMasterIdLst>
    <p:notesMasterId r:id="rId16"/>
  </p:notesMasterIdLst>
  <p:handoutMasterIdLst>
    <p:handoutMasterId r:id="rId17"/>
  </p:handoutMasterIdLst>
  <p:sldIdLst>
    <p:sldId id="436" r:id="rId5"/>
    <p:sldId id="437" r:id="rId6"/>
    <p:sldId id="438" r:id="rId7"/>
    <p:sldId id="440" r:id="rId8"/>
    <p:sldId id="444" r:id="rId9"/>
    <p:sldId id="445" r:id="rId10"/>
    <p:sldId id="442" r:id="rId11"/>
    <p:sldId id="450" r:id="rId12"/>
    <p:sldId id="451" r:id="rId13"/>
    <p:sldId id="449" r:id="rId14"/>
    <p:sldId id="435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8187"/>
    <a:srgbClr val="0C40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5394" autoAdjust="0"/>
  </p:normalViewPr>
  <p:slideViewPr>
    <p:cSldViewPr snapToGrid="0">
      <p:cViewPr varScale="1">
        <p:scale>
          <a:sx n="153" d="100"/>
          <a:sy n="153" d="100"/>
        </p:scale>
        <p:origin x="546" y="132"/>
      </p:cViewPr>
      <p:guideLst/>
    </p:cSldViewPr>
  </p:slideViewPr>
  <p:outlineViewPr>
    <p:cViewPr>
      <p:scale>
        <a:sx n="33" d="100"/>
        <a:sy n="33" d="100"/>
      </p:scale>
      <p:origin x="0" y="-1714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8717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80618D8-0F9F-41C2-88CE-E7A7545B0778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D05D77FB-534B-4F7D-88B1-993FAF56C66A}">
      <dgm:prSet/>
      <dgm:spPr/>
      <dgm:t>
        <a:bodyPr/>
        <a:lstStyle/>
        <a:p>
          <a:r>
            <a:rPr lang="es-CL"/>
            <a:t>El proyecto se desarrollará utilizando una </a:t>
          </a:r>
          <a:r>
            <a:rPr lang="es-CL" b="1"/>
            <a:t>metodología ágil (SCRUM y XP)</a:t>
          </a:r>
          <a:r>
            <a:rPr lang="es-CL"/>
            <a:t> </a:t>
          </a:r>
          <a:endParaRPr lang="en-US"/>
        </a:p>
      </dgm:t>
    </dgm:pt>
    <dgm:pt modelId="{803A4537-2245-4504-B125-051503BB8EF8}" type="parTrans" cxnId="{752FEC58-5DB6-458E-8508-C5C8C184E9B2}">
      <dgm:prSet/>
      <dgm:spPr/>
      <dgm:t>
        <a:bodyPr/>
        <a:lstStyle/>
        <a:p>
          <a:endParaRPr lang="en-US"/>
        </a:p>
      </dgm:t>
    </dgm:pt>
    <dgm:pt modelId="{94A45086-04C8-4D77-AFA7-0799BB18BCE5}" type="sibTrans" cxnId="{752FEC58-5DB6-458E-8508-C5C8C184E9B2}">
      <dgm:prSet/>
      <dgm:spPr/>
      <dgm:t>
        <a:bodyPr/>
        <a:lstStyle/>
        <a:p>
          <a:endParaRPr lang="en-US"/>
        </a:p>
      </dgm:t>
    </dgm:pt>
    <dgm:pt modelId="{3892ABF8-8A41-49B3-A815-B3CC5BC15A1D}">
      <dgm:prSet/>
      <dgm:spPr/>
      <dgm:t>
        <a:bodyPr/>
        <a:lstStyle/>
        <a:p>
          <a:r>
            <a:rPr lang="es-CL" b="1"/>
            <a:t>Maximiliano Abalos</a:t>
          </a:r>
          <a:r>
            <a:rPr lang="es-CL"/>
            <a:t>: responsable del análisis de requerimientos, modelado de datos,  pruebas de seguridad y desarrollo.</a:t>
          </a:r>
          <a:endParaRPr lang="en-US"/>
        </a:p>
      </dgm:t>
    </dgm:pt>
    <dgm:pt modelId="{40A22D8D-FC63-4BE1-81A5-4531683B1AC4}" type="parTrans" cxnId="{7083F3D6-4894-43F5-88DD-8CF32EB1C7A7}">
      <dgm:prSet/>
      <dgm:spPr/>
      <dgm:t>
        <a:bodyPr/>
        <a:lstStyle/>
        <a:p>
          <a:endParaRPr lang="en-US"/>
        </a:p>
      </dgm:t>
    </dgm:pt>
    <dgm:pt modelId="{28C7BB69-2FF3-4459-99D6-18C88187E4C4}" type="sibTrans" cxnId="{7083F3D6-4894-43F5-88DD-8CF32EB1C7A7}">
      <dgm:prSet/>
      <dgm:spPr/>
      <dgm:t>
        <a:bodyPr/>
        <a:lstStyle/>
        <a:p>
          <a:endParaRPr lang="en-US"/>
        </a:p>
      </dgm:t>
    </dgm:pt>
    <dgm:pt modelId="{B20920BD-9504-43A2-8D7A-30AA9CA0FC8D}">
      <dgm:prSet/>
      <dgm:spPr/>
      <dgm:t>
        <a:bodyPr/>
        <a:lstStyle/>
        <a:p>
          <a:r>
            <a:rPr lang="es-CL" b="1"/>
            <a:t>José Puchulu</a:t>
          </a:r>
          <a:r>
            <a:rPr lang="es-CL"/>
            <a:t>: responsable de desarrollo fullstack del proyecto.</a:t>
          </a:r>
          <a:endParaRPr lang="en-US"/>
        </a:p>
      </dgm:t>
    </dgm:pt>
    <dgm:pt modelId="{A34BA472-21EB-48F2-AB27-238BFA3E0D7A}" type="parTrans" cxnId="{2EA8DC8C-2DEA-4680-89D1-B60388715C32}">
      <dgm:prSet/>
      <dgm:spPr/>
      <dgm:t>
        <a:bodyPr/>
        <a:lstStyle/>
        <a:p>
          <a:endParaRPr lang="en-US"/>
        </a:p>
      </dgm:t>
    </dgm:pt>
    <dgm:pt modelId="{C617406C-294D-4E26-9F15-63DF748015E8}" type="sibTrans" cxnId="{2EA8DC8C-2DEA-4680-89D1-B60388715C32}">
      <dgm:prSet/>
      <dgm:spPr/>
      <dgm:t>
        <a:bodyPr/>
        <a:lstStyle/>
        <a:p>
          <a:endParaRPr lang="en-US"/>
        </a:p>
      </dgm:t>
    </dgm:pt>
    <dgm:pt modelId="{3827E0B4-ADBC-4865-808E-7AB85E6617D3}" type="pres">
      <dgm:prSet presAssocID="{680618D8-0F9F-41C2-88CE-E7A7545B0778}" presName="root" presStyleCnt="0">
        <dgm:presLayoutVars>
          <dgm:dir/>
          <dgm:resizeHandles val="exact"/>
        </dgm:presLayoutVars>
      </dgm:prSet>
      <dgm:spPr/>
    </dgm:pt>
    <dgm:pt modelId="{A0E01605-38AC-48DB-8A63-53F85F91CCBE}" type="pres">
      <dgm:prSet presAssocID="{D05D77FB-534B-4F7D-88B1-993FAF56C66A}" presName="compNode" presStyleCnt="0"/>
      <dgm:spPr/>
    </dgm:pt>
    <dgm:pt modelId="{0AF26B9F-066E-4358-B54C-8E70FA878934}" type="pres">
      <dgm:prSet presAssocID="{D05D77FB-534B-4F7D-88B1-993FAF56C66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E747DD2E-0935-48E9-B0FF-93FE47582764}" type="pres">
      <dgm:prSet presAssocID="{D05D77FB-534B-4F7D-88B1-993FAF56C66A}" presName="spaceRect" presStyleCnt="0"/>
      <dgm:spPr/>
    </dgm:pt>
    <dgm:pt modelId="{07BAE51B-9A0E-461F-8F0A-75EAD0D5E63D}" type="pres">
      <dgm:prSet presAssocID="{D05D77FB-534B-4F7D-88B1-993FAF56C66A}" presName="textRect" presStyleLbl="revTx" presStyleIdx="0" presStyleCnt="3">
        <dgm:presLayoutVars>
          <dgm:chMax val="1"/>
          <dgm:chPref val="1"/>
        </dgm:presLayoutVars>
      </dgm:prSet>
      <dgm:spPr/>
    </dgm:pt>
    <dgm:pt modelId="{6AD52ED6-9FDC-4715-A130-18F8745BAA3B}" type="pres">
      <dgm:prSet presAssocID="{94A45086-04C8-4D77-AFA7-0799BB18BCE5}" presName="sibTrans" presStyleCnt="0"/>
      <dgm:spPr/>
    </dgm:pt>
    <dgm:pt modelId="{2252E3DC-7A81-4530-B76E-12243D5503D3}" type="pres">
      <dgm:prSet presAssocID="{3892ABF8-8A41-49B3-A815-B3CC5BC15A1D}" presName="compNode" presStyleCnt="0"/>
      <dgm:spPr/>
    </dgm:pt>
    <dgm:pt modelId="{2190DD2E-F5C1-4473-B771-D7E4B6EFF3CC}" type="pres">
      <dgm:prSet presAssocID="{3892ABF8-8A41-49B3-A815-B3CC5BC15A1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25ECDA4F-6CED-4252-BA29-314A3892C82D}" type="pres">
      <dgm:prSet presAssocID="{3892ABF8-8A41-49B3-A815-B3CC5BC15A1D}" presName="spaceRect" presStyleCnt="0"/>
      <dgm:spPr/>
    </dgm:pt>
    <dgm:pt modelId="{01F6770B-4895-462C-A4CF-B8E551083C06}" type="pres">
      <dgm:prSet presAssocID="{3892ABF8-8A41-49B3-A815-B3CC5BC15A1D}" presName="textRect" presStyleLbl="revTx" presStyleIdx="1" presStyleCnt="3">
        <dgm:presLayoutVars>
          <dgm:chMax val="1"/>
          <dgm:chPref val="1"/>
        </dgm:presLayoutVars>
      </dgm:prSet>
      <dgm:spPr/>
    </dgm:pt>
    <dgm:pt modelId="{BF6B505F-0C26-4908-BF41-7F6C6E6BA998}" type="pres">
      <dgm:prSet presAssocID="{28C7BB69-2FF3-4459-99D6-18C88187E4C4}" presName="sibTrans" presStyleCnt="0"/>
      <dgm:spPr/>
    </dgm:pt>
    <dgm:pt modelId="{E27236C9-0EF7-49A7-9F1A-B51FCC16BC58}" type="pres">
      <dgm:prSet presAssocID="{B20920BD-9504-43A2-8D7A-30AA9CA0FC8D}" presName="compNode" presStyleCnt="0"/>
      <dgm:spPr/>
    </dgm:pt>
    <dgm:pt modelId="{A3C399C6-A180-4C26-A27B-E729B0574401}" type="pres">
      <dgm:prSet presAssocID="{B20920BD-9504-43A2-8D7A-30AA9CA0FC8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98BF4446-ECC6-469F-88EF-49A7CC483B6E}" type="pres">
      <dgm:prSet presAssocID="{B20920BD-9504-43A2-8D7A-30AA9CA0FC8D}" presName="spaceRect" presStyleCnt="0"/>
      <dgm:spPr/>
    </dgm:pt>
    <dgm:pt modelId="{5BC51B26-6374-4B87-A719-09E5077D5893}" type="pres">
      <dgm:prSet presAssocID="{B20920BD-9504-43A2-8D7A-30AA9CA0FC8D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D8F0DA08-7549-4A89-9B31-3E9BD8C43ED3}" type="presOf" srcId="{3892ABF8-8A41-49B3-A815-B3CC5BC15A1D}" destId="{01F6770B-4895-462C-A4CF-B8E551083C06}" srcOrd="0" destOrd="0" presId="urn:microsoft.com/office/officeart/2018/2/layout/IconLabelList"/>
    <dgm:cxn modelId="{917FF217-689C-480A-8444-232D6469D505}" type="presOf" srcId="{D05D77FB-534B-4F7D-88B1-993FAF56C66A}" destId="{07BAE51B-9A0E-461F-8F0A-75EAD0D5E63D}" srcOrd="0" destOrd="0" presId="urn:microsoft.com/office/officeart/2018/2/layout/IconLabelList"/>
    <dgm:cxn modelId="{E552434F-39DD-41A0-9530-B14614224518}" type="presOf" srcId="{680618D8-0F9F-41C2-88CE-E7A7545B0778}" destId="{3827E0B4-ADBC-4865-808E-7AB85E6617D3}" srcOrd="0" destOrd="0" presId="urn:microsoft.com/office/officeart/2018/2/layout/IconLabelList"/>
    <dgm:cxn modelId="{752FEC58-5DB6-458E-8508-C5C8C184E9B2}" srcId="{680618D8-0F9F-41C2-88CE-E7A7545B0778}" destId="{D05D77FB-534B-4F7D-88B1-993FAF56C66A}" srcOrd="0" destOrd="0" parTransId="{803A4537-2245-4504-B125-051503BB8EF8}" sibTransId="{94A45086-04C8-4D77-AFA7-0799BB18BCE5}"/>
    <dgm:cxn modelId="{2EA8DC8C-2DEA-4680-89D1-B60388715C32}" srcId="{680618D8-0F9F-41C2-88CE-E7A7545B0778}" destId="{B20920BD-9504-43A2-8D7A-30AA9CA0FC8D}" srcOrd="2" destOrd="0" parTransId="{A34BA472-21EB-48F2-AB27-238BFA3E0D7A}" sibTransId="{C617406C-294D-4E26-9F15-63DF748015E8}"/>
    <dgm:cxn modelId="{D12A33B3-CE03-4520-BC1D-DA7E52A53843}" type="presOf" srcId="{B20920BD-9504-43A2-8D7A-30AA9CA0FC8D}" destId="{5BC51B26-6374-4B87-A719-09E5077D5893}" srcOrd="0" destOrd="0" presId="urn:microsoft.com/office/officeart/2018/2/layout/IconLabelList"/>
    <dgm:cxn modelId="{7083F3D6-4894-43F5-88DD-8CF32EB1C7A7}" srcId="{680618D8-0F9F-41C2-88CE-E7A7545B0778}" destId="{3892ABF8-8A41-49B3-A815-B3CC5BC15A1D}" srcOrd="1" destOrd="0" parTransId="{40A22D8D-FC63-4BE1-81A5-4531683B1AC4}" sibTransId="{28C7BB69-2FF3-4459-99D6-18C88187E4C4}"/>
    <dgm:cxn modelId="{93B09F11-F10D-4600-8FB8-5DF55A49FB5C}" type="presParOf" srcId="{3827E0B4-ADBC-4865-808E-7AB85E6617D3}" destId="{A0E01605-38AC-48DB-8A63-53F85F91CCBE}" srcOrd="0" destOrd="0" presId="urn:microsoft.com/office/officeart/2018/2/layout/IconLabelList"/>
    <dgm:cxn modelId="{62284DD6-59EF-4480-A46B-A9E1F248DACB}" type="presParOf" srcId="{A0E01605-38AC-48DB-8A63-53F85F91CCBE}" destId="{0AF26B9F-066E-4358-B54C-8E70FA878934}" srcOrd="0" destOrd="0" presId="urn:microsoft.com/office/officeart/2018/2/layout/IconLabelList"/>
    <dgm:cxn modelId="{1EF9E1B2-ED47-4080-AEBB-BF60187D8A46}" type="presParOf" srcId="{A0E01605-38AC-48DB-8A63-53F85F91CCBE}" destId="{E747DD2E-0935-48E9-B0FF-93FE47582764}" srcOrd="1" destOrd="0" presId="urn:microsoft.com/office/officeart/2018/2/layout/IconLabelList"/>
    <dgm:cxn modelId="{6F0299F5-CF33-4AD8-A840-EE73510B4F42}" type="presParOf" srcId="{A0E01605-38AC-48DB-8A63-53F85F91CCBE}" destId="{07BAE51B-9A0E-461F-8F0A-75EAD0D5E63D}" srcOrd="2" destOrd="0" presId="urn:microsoft.com/office/officeart/2018/2/layout/IconLabelList"/>
    <dgm:cxn modelId="{49740357-E29A-4800-B89E-96D3ED25B262}" type="presParOf" srcId="{3827E0B4-ADBC-4865-808E-7AB85E6617D3}" destId="{6AD52ED6-9FDC-4715-A130-18F8745BAA3B}" srcOrd="1" destOrd="0" presId="urn:microsoft.com/office/officeart/2018/2/layout/IconLabelList"/>
    <dgm:cxn modelId="{A3C92B15-9475-4538-BAE5-705F57374EE3}" type="presParOf" srcId="{3827E0B4-ADBC-4865-808E-7AB85E6617D3}" destId="{2252E3DC-7A81-4530-B76E-12243D5503D3}" srcOrd="2" destOrd="0" presId="urn:microsoft.com/office/officeart/2018/2/layout/IconLabelList"/>
    <dgm:cxn modelId="{2C89B352-EA07-4DB8-8B9E-82BE6A246A31}" type="presParOf" srcId="{2252E3DC-7A81-4530-B76E-12243D5503D3}" destId="{2190DD2E-F5C1-4473-B771-D7E4B6EFF3CC}" srcOrd="0" destOrd="0" presId="urn:microsoft.com/office/officeart/2018/2/layout/IconLabelList"/>
    <dgm:cxn modelId="{AE944FE1-926E-492E-B558-1D7CBB9A8E6D}" type="presParOf" srcId="{2252E3DC-7A81-4530-B76E-12243D5503D3}" destId="{25ECDA4F-6CED-4252-BA29-314A3892C82D}" srcOrd="1" destOrd="0" presId="urn:microsoft.com/office/officeart/2018/2/layout/IconLabelList"/>
    <dgm:cxn modelId="{B0C71300-F4B0-445E-A14B-7172E2FFAFC7}" type="presParOf" srcId="{2252E3DC-7A81-4530-B76E-12243D5503D3}" destId="{01F6770B-4895-462C-A4CF-B8E551083C06}" srcOrd="2" destOrd="0" presId="urn:microsoft.com/office/officeart/2018/2/layout/IconLabelList"/>
    <dgm:cxn modelId="{8D41A311-B140-464A-8AD2-6DCFCD3DF63C}" type="presParOf" srcId="{3827E0B4-ADBC-4865-808E-7AB85E6617D3}" destId="{BF6B505F-0C26-4908-BF41-7F6C6E6BA998}" srcOrd="3" destOrd="0" presId="urn:microsoft.com/office/officeart/2018/2/layout/IconLabelList"/>
    <dgm:cxn modelId="{6BF624E7-7D34-4DCD-9627-57C6AE39B91E}" type="presParOf" srcId="{3827E0B4-ADBC-4865-808E-7AB85E6617D3}" destId="{E27236C9-0EF7-49A7-9F1A-B51FCC16BC58}" srcOrd="4" destOrd="0" presId="urn:microsoft.com/office/officeart/2018/2/layout/IconLabelList"/>
    <dgm:cxn modelId="{B35209EA-0DFB-4FBA-8018-91755CE60634}" type="presParOf" srcId="{E27236C9-0EF7-49A7-9F1A-B51FCC16BC58}" destId="{A3C399C6-A180-4C26-A27B-E729B0574401}" srcOrd="0" destOrd="0" presId="urn:microsoft.com/office/officeart/2018/2/layout/IconLabelList"/>
    <dgm:cxn modelId="{25AC2931-3B92-4761-8621-5C06CC0CCBD1}" type="presParOf" srcId="{E27236C9-0EF7-49A7-9F1A-B51FCC16BC58}" destId="{98BF4446-ECC6-469F-88EF-49A7CC483B6E}" srcOrd="1" destOrd="0" presId="urn:microsoft.com/office/officeart/2018/2/layout/IconLabelList"/>
    <dgm:cxn modelId="{90DC5012-D09D-4B7E-B459-4BDD259BF48D}" type="presParOf" srcId="{E27236C9-0EF7-49A7-9F1A-B51FCC16BC58}" destId="{5BC51B26-6374-4B87-A719-09E5077D589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EEBC991-0693-4258-9CFA-AC8008194ECD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63FA55D-66B1-442C-9D97-148544114DBF}">
      <dgm:prSet/>
      <dgm:spPr/>
      <dgm:t>
        <a:bodyPr/>
        <a:lstStyle/>
        <a:p>
          <a:r>
            <a:rPr lang="en-US" b="1" i="1"/>
            <a:t>Facilitadores</a:t>
          </a:r>
          <a:endParaRPr lang="en-US"/>
        </a:p>
      </dgm:t>
    </dgm:pt>
    <dgm:pt modelId="{7F1592DE-CFA2-4471-98EA-667044E7DAC0}" type="parTrans" cxnId="{C9B2113A-027C-44D8-A7E9-155BC9FA7625}">
      <dgm:prSet/>
      <dgm:spPr/>
      <dgm:t>
        <a:bodyPr/>
        <a:lstStyle/>
        <a:p>
          <a:endParaRPr lang="en-US"/>
        </a:p>
      </dgm:t>
    </dgm:pt>
    <dgm:pt modelId="{9BEA8889-7141-48EC-9F6A-6EE716E15C5C}" type="sibTrans" cxnId="{C9B2113A-027C-44D8-A7E9-155BC9FA7625}">
      <dgm:prSet/>
      <dgm:spPr/>
      <dgm:t>
        <a:bodyPr/>
        <a:lstStyle/>
        <a:p>
          <a:endParaRPr lang="en-US"/>
        </a:p>
      </dgm:t>
    </dgm:pt>
    <dgm:pt modelId="{7C59E946-E177-4F4E-AEB7-9C9C303B07C4}">
      <dgm:prSet/>
      <dgm:spPr/>
      <dgm:t>
        <a:bodyPr/>
        <a:lstStyle/>
        <a:p>
          <a:r>
            <a:rPr lang="en-US" i="1"/>
            <a:t>Distribución clara de tareas entre los integrantes.</a:t>
          </a:r>
          <a:endParaRPr lang="en-US"/>
        </a:p>
      </dgm:t>
    </dgm:pt>
    <dgm:pt modelId="{C3239E38-4D57-41CB-A5D5-9D07DE46B932}" type="parTrans" cxnId="{B33823C6-1594-45E1-B2BD-73AB90515253}">
      <dgm:prSet/>
      <dgm:spPr/>
      <dgm:t>
        <a:bodyPr/>
        <a:lstStyle/>
        <a:p>
          <a:endParaRPr lang="en-US"/>
        </a:p>
      </dgm:t>
    </dgm:pt>
    <dgm:pt modelId="{C542041F-42E5-429B-A6C4-4A11F9230827}" type="sibTrans" cxnId="{B33823C6-1594-45E1-B2BD-73AB90515253}">
      <dgm:prSet/>
      <dgm:spPr/>
      <dgm:t>
        <a:bodyPr/>
        <a:lstStyle/>
        <a:p>
          <a:endParaRPr lang="en-US"/>
        </a:p>
      </dgm:t>
    </dgm:pt>
    <dgm:pt modelId="{294514EA-2B97-465D-9673-14D6950BC256}">
      <dgm:prSet/>
      <dgm:spPr/>
      <dgm:t>
        <a:bodyPr/>
        <a:lstStyle/>
        <a:p>
          <a:r>
            <a:rPr lang="en-US" i="1"/>
            <a:t>Uso de herramientas de código abierto y librerías oficiales.</a:t>
          </a:r>
          <a:endParaRPr lang="en-US"/>
        </a:p>
      </dgm:t>
    </dgm:pt>
    <dgm:pt modelId="{0E83FAC2-DF44-4708-B056-9D99C80E4AF0}" type="parTrans" cxnId="{37392A25-D537-499B-B66E-6B232072EEAE}">
      <dgm:prSet/>
      <dgm:spPr/>
      <dgm:t>
        <a:bodyPr/>
        <a:lstStyle/>
        <a:p>
          <a:endParaRPr lang="en-US"/>
        </a:p>
      </dgm:t>
    </dgm:pt>
    <dgm:pt modelId="{6618DFDA-6D1B-4757-B017-259843400128}" type="sibTrans" cxnId="{37392A25-D537-499B-B66E-6B232072EEAE}">
      <dgm:prSet/>
      <dgm:spPr/>
      <dgm:t>
        <a:bodyPr/>
        <a:lstStyle/>
        <a:p>
          <a:endParaRPr lang="en-US"/>
        </a:p>
      </dgm:t>
    </dgm:pt>
    <dgm:pt modelId="{8E0032E7-3371-4220-B83B-2BDAD5E094BA}">
      <dgm:prSet/>
      <dgm:spPr/>
      <dgm:t>
        <a:bodyPr/>
        <a:lstStyle/>
        <a:p>
          <a:r>
            <a:rPr lang="en-US" i="1"/>
            <a:t>Buena planificación del trabajo, con revisiones semanales y control del progreso.</a:t>
          </a:r>
          <a:endParaRPr lang="en-US"/>
        </a:p>
      </dgm:t>
    </dgm:pt>
    <dgm:pt modelId="{BC4EF00B-9228-45FD-9761-48B2DE4AE8A3}" type="parTrans" cxnId="{FF697C97-7E36-494B-B839-D547B60F85FD}">
      <dgm:prSet/>
      <dgm:spPr/>
      <dgm:t>
        <a:bodyPr/>
        <a:lstStyle/>
        <a:p>
          <a:endParaRPr lang="en-US"/>
        </a:p>
      </dgm:t>
    </dgm:pt>
    <dgm:pt modelId="{160B3AC9-0C1A-4FC8-987E-B9BA635490BC}" type="sibTrans" cxnId="{FF697C97-7E36-494B-B839-D547B60F85FD}">
      <dgm:prSet/>
      <dgm:spPr/>
      <dgm:t>
        <a:bodyPr/>
        <a:lstStyle/>
        <a:p>
          <a:endParaRPr lang="en-US"/>
        </a:p>
      </dgm:t>
    </dgm:pt>
    <dgm:pt modelId="{755898E6-B509-4837-A6D3-6C3E4C5934E4}">
      <dgm:prSet/>
      <dgm:spPr/>
      <dgm:t>
        <a:bodyPr/>
        <a:lstStyle/>
        <a:p>
          <a:r>
            <a:rPr lang="en-US" b="1" i="1"/>
            <a:t>Dificultades</a:t>
          </a:r>
          <a:endParaRPr lang="en-US"/>
        </a:p>
      </dgm:t>
    </dgm:pt>
    <dgm:pt modelId="{B935A9F1-5025-4C78-AD54-536E7F862D83}" type="parTrans" cxnId="{8348E5D2-615A-4596-9973-956090D835E4}">
      <dgm:prSet/>
      <dgm:spPr/>
      <dgm:t>
        <a:bodyPr/>
        <a:lstStyle/>
        <a:p>
          <a:endParaRPr lang="en-US"/>
        </a:p>
      </dgm:t>
    </dgm:pt>
    <dgm:pt modelId="{1F3B0ECB-2198-45FD-BB48-8DD4AD442F5C}" type="sibTrans" cxnId="{8348E5D2-615A-4596-9973-956090D835E4}">
      <dgm:prSet/>
      <dgm:spPr/>
      <dgm:t>
        <a:bodyPr/>
        <a:lstStyle/>
        <a:p>
          <a:endParaRPr lang="en-US"/>
        </a:p>
      </dgm:t>
    </dgm:pt>
    <dgm:pt modelId="{4C868754-B515-4B78-844E-F553E0B9F474}">
      <dgm:prSet/>
      <dgm:spPr/>
      <dgm:t>
        <a:bodyPr/>
        <a:lstStyle/>
        <a:p>
          <a:r>
            <a:rPr lang="en-US" i="1"/>
            <a:t>Dificultades técnicas en la integración del cifrado y la autenticación biométrica.</a:t>
          </a:r>
          <a:endParaRPr lang="en-US"/>
        </a:p>
      </dgm:t>
    </dgm:pt>
    <dgm:pt modelId="{66A8A8DC-25BE-4410-B1D2-0FBF34F26BA6}" type="parTrans" cxnId="{9C30388E-B75B-4344-8A8E-8FD332CF98DF}">
      <dgm:prSet/>
      <dgm:spPr/>
      <dgm:t>
        <a:bodyPr/>
        <a:lstStyle/>
        <a:p>
          <a:endParaRPr lang="en-US"/>
        </a:p>
      </dgm:t>
    </dgm:pt>
    <dgm:pt modelId="{4CA54C95-84B6-4810-A2DB-ADF865CC6AF7}" type="sibTrans" cxnId="{9C30388E-B75B-4344-8A8E-8FD332CF98DF}">
      <dgm:prSet/>
      <dgm:spPr/>
      <dgm:t>
        <a:bodyPr/>
        <a:lstStyle/>
        <a:p>
          <a:endParaRPr lang="en-US"/>
        </a:p>
      </dgm:t>
    </dgm:pt>
    <dgm:pt modelId="{E8102230-48E4-4F24-9EC0-F7E6366BD18B}">
      <dgm:prSet/>
      <dgm:spPr/>
      <dgm:t>
        <a:bodyPr/>
        <a:lstStyle/>
        <a:p>
          <a:r>
            <a:rPr lang="en-US" i="1"/>
            <a:t>Limitaciones del entorno, especialmente al emular el sensor biométrico.</a:t>
          </a:r>
          <a:endParaRPr lang="en-US"/>
        </a:p>
      </dgm:t>
    </dgm:pt>
    <dgm:pt modelId="{E057746C-E1D8-4DB4-8D73-0C980C3D7DD3}" type="parTrans" cxnId="{A7BBA581-7EC7-4D07-ADAD-873FC91F89A9}">
      <dgm:prSet/>
      <dgm:spPr/>
      <dgm:t>
        <a:bodyPr/>
        <a:lstStyle/>
        <a:p>
          <a:endParaRPr lang="en-US"/>
        </a:p>
      </dgm:t>
    </dgm:pt>
    <dgm:pt modelId="{3AF44992-CA20-44F7-9CAA-4BD166011040}" type="sibTrans" cxnId="{A7BBA581-7EC7-4D07-ADAD-873FC91F89A9}">
      <dgm:prSet/>
      <dgm:spPr/>
      <dgm:t>
        <a:bodyPr/>
        <a:lstStyle/>
        <a:p>
          <a:endParaRPr lang="en-US"/>
        </a:p>
      </dgm:t>
    </dgm:pt>
    <dgm:pt modelId="{D5E5927E-74BF-4085-BE9F-BF53FF5F3CF1}">
      <dgm:prSet/>
      <dgm:spPr/>
      <dgm:t>
        <a:bodyPr/>
        <a:lstStyle/>
        <a:p>
          <a:r>
            <a:rPr lang="en-US" b="1" i="1"/>
            <a:t>Ajustes realizados</a:t>
          </a:r>
          <a:endParaRPr lang="en-US"/>
        </a:p>
      </dgm:t>
    </dgm:pt>
    <dgm:pt modelId="{2B397E06-B0E9-46D4-9AA6-ED4F83B388C4}" type="parTrans" cxnId="{AAC710AA-6876-4EAC-956C-C572ACE1D89E}">
      <dgm:prSet/>
      <dgm:spPr/>
      <dgm:t>
        <a:bodyPr/>
        <a:lstStyle/>
        <a:p>
          <a:endParaRPr lang="en-US"/>
        </a:p>
      </dgm:t>
    </dgm:pt>
    <dgm:pt modelId="{68E8BD9A-D0A4-495E-B404-C50CF118BA15}" type="sibTrans" cxnId="{AAC710AA-6876-4EAC-956C-C572ACE1D89E}">
      <dgm:prSet/>
      <dgm:spPr/>
      <dgm:t>
        <a:bodyPr/>
        <a:lstStyle/>
        <a:p>
          <a:endParaRPr lang="en-US"/>
        </a:p>
      </dgm:t>
    </dgm:pt>
    <dgm:pt modelId="{D556BE6B-69FC-4A8A-A727-55A0A831F13E}">
      <dgm:prSet/>
      <dgm:spPr/>
      <dgm:t>
        <a:bodyPr/>
        <a:lstStyle/>
        <a:p>
          <a:r>
            <a:rPr lang="en-US" i="1" dirty="0" err="1"/>
            <a:t>Simplificación</a:t>
          </a:r>
          <a:r>
            <a:rPr lang="en-US" i="1" dirty="0"/>
            <a:t> del </a:t>
          </a:r>
          <a:r>
            <a:rPr lang="en-US" i="1" dirty="0" err="1"/>
            <a:t>proceso</a:t>
          </a:r>
          <a:r>
            <a:rPr lang="en-US" i="1" dirty="0"/>
            <a:t> de </a:t>
          </a:r>
          <a:r>
            <a:rPr lang="en-US" i="1" dirty="0" err="1"/>
            <a:t>validación</a:t>
          </a:r>
          <a:r>
            <a:rPr lang="en-US" i="1" dirty="0"/>
            <a:t> </a:t>
          </a:r>
          <a:r>
            <a:rPr lang="en-US" i="1" dirty="0" err="1"/>
            <a:t>mediante</a:t>
          </a:r>
          <a:r>
            <a:rPr lang="en-US" i="1" dirty="0"/>
            <a:t> </a:t>
          </a:r>
          <a:r>
            <a:rPr lang="en-US" i="1" dirty="0" err="1"/>
            <a:t>pruebas</a:t>
          </a:r>
          <a:r>
            <a:rPr lang="en-US" i="1" dirty="0"/>
            <a:t> locales y </a:t>
          </a:r>
          <a:r>
            <a:rPr lang="en-US" i="1" dirty="0" err="1"/>
            <a:t>dispositivos</a:t>
          </a:r>
          <a:r>
            <a:rPr lang="en-US" i="1" dirty="0"/>
            <a:t> 	</a:t>
          </a:r>
          <a:r>
            <a:rPr lang="en-US" i="1" dirty="0" err="1"/>
            <a:t>físicos</a:t>
          </a:r>
          <a:r>
            <a:rPr lang="en-US" i="1" dirty="0"/>
            <a:t> reales.</a:t>
          </a:r>
          <a:endParaRPr lang="en-US" dirty="0"/>
        </a:p>
      </dgm:t>
    </dgm:pt>
    <dgm:pt modelId="{62D27A3A-6FA3-4B51-BB6D-4AAEEC3D9A94}" type="parTrans" cxnId="{DE6DF094-1E3A-40E2-9A81-787E192EEE6E}">
      <dgm:prSet/>
      <dgm:spPr/>
      <dgm:t>
        <a:bodyPr/>
        <a:lstStyle/>
        <a:p>
          <a:endParaRPr lang="en-US"/>
        </a:p>
      </dgm:t>
    </dgm:pt>
    <dgm:pt modelId="{4137D17D-0AB0-4C07-B521-50D2523191B6}" type="sibTrans" cxnId="{DE6DF094-1E3A-40E2-9A81-787E192EEE6E}">
      <dgm:prSet/>
      <dgm:spPr/>
      <dgm:t>
        <a:bodyPr/>
        <a:lstStyle/>
        <a:p>
          <a:endParaRPr lang="en-US"/>
        </a:p>
      </dgm:t>
    </dgm:pt>
    <dgm:pt modelId="{EDF8195B-58EB-49BD-BC35-9171E8AF92B4}">
      <dgm:prSet/>
      <dgm:spPr/>
      <dgm:t>
        <a:bodyPr/>
        <a:lstStyle/>
        <a:p>
          <a:r>
            <a:rPr lang="en-US" i="1" dirty="0" err="1"/>
            <a:t>Sustitución</a:t>
          </a:r>
          <a:r>
            <a:rPr lang="en-US" i="1" dirty="0"/>
            <a:t> temporal de Android Studio </a:t>
          </a:r>
          <a:r>
            <a:rPr lang="en-US" i="1" dirty="0" err="1"/>
            <a:t>por</a:t>
          </a:r>
          <a:r>
            <a:rPr lang="en-US" i="1" dirty="0"/>
            <a:t> </a:t>
          </a:r>
          <a:r>
            <a:rPr lang="en-US" i="1" dirty="0" err="1"/>
            <a:t>herramientas</a:t>
          </a:r>
          <a:r>
            <a:rPr lang="en-US" i="1" dirty="0"/>
            <a:t> </a:t>
          </a:r>
          <a:r>
            <a:rPr lang="en-US" i="1" dirty="0" err="1"/>
            <a:t>más</a:t>
          </a:r>
          <a:r>
            <a:rPr lang="en-US" i="1" dirty="0"/>
            <a:t> </a:t>
          </a:r>
          <a:r>
            <a:rPr lang="en-US" i="1" dirty="0" err="1"/>
            <a:t>ligeras</a:t>
          </a:r>
          <a:r>
            <a:rPr lang="en-US" i="1" dirty="0"/>
            <a:t> para </a:t>
          </a:r>
          <a:r>
            <a:rPr lang="en-US" i="1" dirty="0" err="1"/>
            <a:t>pruebas</a:t>
          </a:r>
          <a:r>
            <a:rPr lang="en-US" i="1" dirty="0"/>
            <a:t> 	de </a:t>
          </a:r>
          <a:r>
            <a:rPr lang="en-US" i="1" dirty="0" err="1"/>
            <a:t>interfaz</a:t>
          </a:r>
          <a:r>
            <a:rPr lang="en-US" i="1" dirty="0"/>
            <a:t> y </a:t>
          </a:r>
          <a:r>
            <a:rPr lang="en-US" i="1" dirty="0" err="1"/>
            <a:t>flujo</a:t>
          </a:r>
          <a:r>
            <a:rPr lang="en-US" i="1" dirty="0"/>
            <a:t> de </a:t>
          </a:r>
          <a:r>
            <a:rPr lang="en-US" i="1" dirty="0" err="1"/>
            <a:t>datos</a:t>
          </a:r>
          <a:r>
            <a:rPr lang="en-US" i="1" dirty="0"/>
            <a:t>.</a:t>
          </a:r>
          <a:endParaRPr lang="en-US" dirty="0"/>
        </a:p>
      </dgm:t>
    </dgm:pt>
    <dgm:pt modelId="{82F74498-2BD1-4E25-8ED0-1F23901B17FB}" type="parTrans" cxnId="{38DEE1F8-D71D-4545-9743-299BFDB2C68D}">
      <dgm:prSet/>
      <dgm:spPr/>
      <dgm:t>
        <a:bodyPr/>
        <a:lstStyle/>
        <a:p>
          <a:endParaRPr lang="en-US"/>
        </a:p>
      </dgm:t>
    </dgm:pt>
    <dgm:pt modelId="{655241F2-5158-4D5D-B416-E8A1201309DA}" type="sibTrans" cxnId="{38DEE1F8-D71D-4545-9743-299BFDB2C68D}">
      <dgm:prSet/>
      <dgm:spPr/>
      <dgm:t>
        <a:bodyPr/>
        <a:lstStyle/>
        <a:p>
          <a:endParaRPr lang="en-US"/>
        </a:p>
      </dgm:t>
    </dgm:pt>
    <dgm:pt modelId="{D4275266-0E2F-4395-969E-D1BA6AF6FDF3}">
      <dgm:prSet/>
      <dgm:spPr/>
      <dgm:t>
        <a:bodyPr/>
        <a:lstStyle/>
        <a:p>
          <a:r>
            <a:rPr lang="es-CL" i="1" dirty="0"/>
            <a:t>No optar por biométrica</a:t>
          </a:r>
          <a:endParaRPr lang="en-US" i="1" dirty="0"/>
        </a:p>
      </dgm:t>
    </dgm:pt>
    <dgm:pt modelId="{F523A2E7-1F6D-43A1-8CEA-AED9C47623BA}" type="parTrans" cxnId="{F8BDB6A2-C3E9-409B-BFC8-19415308D8E9}">
      <dgm:prSet/>
      <dgm:spPr/>
      <dgm:t>
        <a:bodyPr/>
        <a:lstStyle/>
        <a:p>
          <a:endParaRPr lang="en-US"/>
        </a:p>
      </dgm:t>
    </dgm:pt>
    <dgm:pt modelId="{A476C245-CFB4-4447-852C-BEF5087824DC}" type="sibTrans" cxnId="{F8BDB6A2-C3E9-409B-BFC8-19415308D8E9}">
      <dgm:prSet/>
      <dgm:spPr/>
      <dgm:t>
        <a:bodyPr/>
        <a:lstStyle/>
        <a:p>
          <a:endParaRPr lang="en-US"/>
        </a:p>
      </dgm:t>
    </dgm:pt>
    <dgm:pt modelId="{DBEEC4AD-D512-4C25-A76A-FC089226F9F6}" type="pres">
      <dgm:prSet presAssocID="{1EEBC991-0693-4258-9CFA-AC8008194ECD}" presName="Name0" presStyleCnt="0">
        <dgm:presLayoutVars>
          <dgm:dir/>
          <dgm:animLvl val="lvl"/>
          <dgm:resizeHandles val="exact"/>
        </dgm:presLayoutVars>
      </dgm:prSet>
      <dgm:spPr/>
    </dgm:pt>
    <dgm:pt modelId="{8B453931-2A3C-4E03-BB30-F0D1A03FD927}" type="pres">
      <dgm:prSet presAssocID="{463FA55D-66B1-442C-9D97-148544114DBF}" presName="composite" presStyleCnt="0"/>
      <dgm:spPr/>
    </dgm:pt>
    <dgm:pt modelId="{DB94BDB1-4518-43A4-8926-283957D16C2F}" type="pres">
      <dgm:prSet presAssocID="{463FA55D-66B1-442C-9D97-148544114DBF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4CDF57D3-4E86-458E-A816-A99AAF13CE20}" type="pres">
      <dgm:prSet presAssocID="{463FA55D-66B1-442C-9D97-148544114DBF}" presName="desTx" presStyleLbl="alignAccFollowNode1" presStyleIdx="0" presStyleCnt="3">
        <dgm:presLayoutVars>
          <dgm:bulletEnabled val="1"/>
        </dgm:presLayoutVars>
      </dgm:prSet>
      <dgm:spPr/>
    </dgm:pt>
    <dgm:pt modelId="{53D8DFA9-A9C3-49B2-BD46-0C0D1122288F}" type="pres">
      <dgm:prSet presAssocID="{9BEA8889-7141-48EC-9F6A-6EE716E15C5C}" presName="space" presStyleCnt="0"/>
      <dgm:spPr/>
    </dgm:pt>
    <dgm:pt modelId="{23F6B7FD-1839-4917-A591-6B55F0D03582}" type="pres">
      <dgm:prSet presAssocID="{755898E6-B509-4837-A6D3-6C3E4C5934E4}" presName="composite" presStyleCnt="0"/>
      <dgm:spPr/>
    </dgm:pt>
    <dgm:pt modelId="{B2770FCF-6487-4762-8469-D608B7E4656C}" type="pres">
      <dgm:prSet presAssocID="{755898E6-B509-4837-A6D3-6C3E4C5934E4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79F57E9E-3D30-4914-A22B-DABA3A4A83D3}" type="pres">
      <dgm:prSet presAssocID="{755898E6-B509-4837-A6D3-6C3E4C5934E4}" presName="desTx" presStyleLbl="alignAccFollowNode1" presStyleIdx="1" presStyleCnt="3">
        <dgm:presLayoutVars>
          <dgm:bulletEnabled val="1"/>
        </dgm:presLayoutVars>
      </dgm:prSet>
      <dgm:spPr/>
    </dgm:pt>
    <dgm:pt modelId="{79701475-4EC5-4C26-B3E3-B2C275933987}" type="pres">
      <dgm:prSet presAssocID="{1F3B0ECB-2198-45FD-BB48-8DD4AD442F5C}" presName="space" presStyleCnt="0"/>
      <dgm:spPr/>
    </dgm:pt>
    <dgm:pt modelId="{CDFA423B-67A4-4E97-9689-51F8D1E275AC}" type="pres">
      <dgm:prSet presAssocID="{D5E5927E-74BF-4085-BE9F-BF53FF5F3CF1}" presName="composite" presStyleCnt="0"/>
      <dgm:spPr/>
    </dgm:pt>
    <dgm:pt modelId="{C22BACA0-7532-4F16-AE62-0F857B858E7F}" type="pres">
      <dgm:prSet presAssocID="{D5E5927E-74BF-4085-BE9F-BF53FF5F3CF1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DE431911-AE56-4535-8EE0-E31B04381778}" type="pres">
      <dgm:prSet presAssocID="{D5E5927E-74BF-4085-BE9F-BF53FF5F3CF1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37392A25-D537-499B-B66E-6B232072EEAE}" srcId="{463FA55D-66B1-442C-9D97-148544114DBF}" destId="{294514EA-2B97-465D-9673-14D6950BC256}" srcOrd="1" destOrd="0" parTransId="{0E83FAC2-DF44-4708-B056-9D99C80E4AF0}" sibTransId="{6618DFDA-6D1B-4757-B017-259843400128}"/>
    <dgm:cxn modelId="{C9B2113A-027C-44D8-A7E9-155BC9FA7625}" srcId="{1EEBC991-0693-4258-9CFA-AC8008194ECD}" destId="{463FA55D-66B1-442C-9D97-148544114DBF}" srcOrd="0" destOrd="0" parTransId="{7F1592DE-CFA2-4471-98EA-667044E7DAC0}" sibTransId="{9BEA8889-7141-48EC-9F6A-6EE716E15C5C}"/>
    <dgm:cxn modelId="{D1918744-CF54-4BCD-ADEB-F57D72D7FCA5}" type="presOf" srcId="{4C868754-B515-4B78-844E-F553E0B9F474}" destId="{79F57E9E-3D30-4914-A22B-DABA3A4A83D3}" srcOrd="0" destOrd="0" presId="urn:microsoft.com/office/officeart/2005/8/layout/hList1"/>
    <dgm:cxn modelId="{89703072-15A7-4453-AA56-2787B8EF78EF}" type="presOf" srcId="{7C59E946-E177-4F4E-AEB7-9C9C303B07C4}" destId="{4CDF57D3-4E86-458E-A816-A99AAF13CE20}" srcOrd="0" destOrd="0" presId="urn:microsoft.com/office/officeart/2005/8/layout/hList1"/>
    <dgm:cxn modelId="{4E91895A-522B-4782-A22B-2F654CD07505}" type="presOf" srcId="{D5E5927E-74BF-4085-BE9F-BF53FF5F3CF1}" destId="{C22BACA0-7532-4F16-AE62-0F857B858E7F}" srcOrd="0" destOrd="0" presId="urn:microsoft.com/office/officeart/2005/8/layout/hList1"/>
    <dgm:cxn modelId="{A7BBA581-7EC7-4D07-ADAD-873FC91F89A9}" srcId="{755898E6-B509-4837-A6D3-6C3E4C5934E4}" destId="{E8102230-48E4-4F24-9EC0-F7E6366BD18B}" srcOrd="1" destOrd="0" parTransId="{E057746C-E1D8-4DB4-8D73-0C980C3D7DD3}" sibTransId="{3AF44992-CA20-44F7-9CAA-4BD166011040}"/>
    <dgm:cxn modelId="{A34B2A85-CB51-403A-BC4D-C3C4CCD037A8}" type="presOf" srcId="{755898E6-B509-4837-A6D3-6C3E4C5934E4}" destId="{B2770FCF-6487-4762-8469-D608B7E4656C}" srcOrd="0" destOrd="0" presId="urn:microsoft.com/office/officeart/2005/8/layout/hList1"/>
    <dgm:cxn modelId="{15559289-37FC-4BF3-95BA-989B5329B623}" type="presOf" srcId="{EDF8195B-58EB-49BD-BC35-9171E8AF92B4}" destId="{DE431911-AE56-4535-8EE0-E31B04381778}" srcOrd="0" destOrd="1" presId="urn:microsoft.com/office/officeart/2005/8/layout/hList1"/>
    <dgm:cxn modelId="{9C30388E-B75B-4344-8A8E-8FD332CF98DF}" srcId="{755898E6-B509-4837-A6D3-6C3E4C5934E4}" destId="{4C868754-B515-4B78-844E-F553E0B9F474}" srcOrd="0" destOrd="0" parTransId="{66A8A8DC-25BE-4410-B1D2-0FBF34F26BA6}" sibTransId="{4CA54C95-84B6-4810-A2DB-ADF865CC6AF7}"/>
    <dgm:cxn modelId="{DE6DF094-1E3A-40E2-9A81-787E192EEE6E}" srcId="{D5E5927E-74BF-4085-BE9F-BF53FF5F3CF1}" destId="{D556BE6B-69FC-4A8A-A727-55A0A831F13E}" srcOrd="0" destOrd="0" parTransId="{62D27A3A-6FA3-4B51-BB6D-4AAEEC3D9A94}" sibTransId="{4137D17D-0AB0-4C07-B521-50D2523191B6}"/>
    <dgm:cxn modelId="{FF697C97-7E36-494B-B839-D547B60F85FD}" srcId="{463FA55D-66B1-442C-9D97-148544114DBF}" destId="{8E0032E7-3371-4220-B83B-2BDAD5E094BA}" srcOrd="2" destOrd="0" parTransId="{BC4EF00B-9228-45FD-9761-48B2DE4AE8A3}" sibTransId="{160B3AC9-0C1A-4FC8-987E-B9BA635490BC}"/>
    <dgm:cxn modelId="{F8BDB6A2-C3E9-409B-BFC8-19415308D8E9}" srcId="{D5E5927E-74BF-4085-BE9F-BF53FF5F3CF1}" destId="{D4275266-0E2F-4395-969E-D1BA6AF6FDF3}" srcOrd="2" destOrd="0" parTransId="{F523A2E7-1F6D-43A1-8CEA-AED9C47623BA}" sibTransId="{A476C245-CFB4-4447-852C-BEF5087824DC}"/>
    <dgm:cxn modelId="{2AA065A3-1D65-4143-B574-DE9087CABE5A}" type="presOf" srcId="{E8102230-48E4-4F24-9EC0-F7E6366BD18B}" destId="{79F57E9E-3D30-4914-A22B-DABA3A4A83D3}" srcOrd="0" destOrd="1" presId="urn:microsoft.com/office/officeart/2005/8/layout/hList1"/>
    <dgm:cxn modelId="{AAC710AA-6876-4EAC-956C-C572ACE1D89E}" srcId="{1EEBC991-0693-4258-9CFA-AC8008194ECD}" destId="{D5E5927E-74BF-4085-BE9F-BF53FF5F3CF1}" srcOrd="2" destOrd="0" parTransId="{2B397E06-B0E9-46D4-9AA6-ED4F83B388C4}" sibTransId="{68E8BD9A-D0A4-495E-B404-C50CF118BA15}"/>
    <dgm:cxn modelId="{F3F3D8AA-B666-4A6C-BEE1-5A40A1ACED33}" type="presOf" srcId="{D4275266-0E2F-4395-969E-D1BA6AF6FDF3}" destId="{DE431911-AE56-4535-8EE0-E31B04381778}" srcOrd="0" destOrd="2" presId="urn:microsoft.com/office/officeart/2005/8/layout/hList1"/>
    <dgm:cxn modelId="{B793D1B0-EDD1-4BA0-83CA-B760852783A6}" type="presOf" srcId="{8E0032E7-3371-4220-B83B-2BDAD5E094BA}" destId="{4CDF57D3-4E86-458E-A816-A99AAF13CE20}" srcOrd="0" destOrd="2" presId="urn:microsoft.com/office/officeart/2005/8/layout/hList1"/>
    <dgm:cxn modelId="{ECF15DB1-C2D0-442E-B88F-BC07754495E5}" type="presOf" srcId="{294514EA-2B97-465D-9673-14D6950BC256}" destId="{4CDF57D3-4E86-458E-A816-A99AAF13CE20}" srcOrd="0" destOrd="1" presId="urn:microsoft.com/office/officeart/2005/8/layout/hList1"/>
    <dgm:cxn modelId="{33A03BC0-DB86-400C-854E-C6CAAEFED7A0}" type="presOf" srcId="{463FA55D-66B1-442C-9D97-148544114DBF}" destId="{DB94BDB1-4518-43A4-8926-283957D16C2F}" srcOrd="0" destOrd="0" presId="urn:microsoft.com/office/officeart/2005/8/layout/hList1"/>
    <dgm:cxn modelId="{B33823C6-1594-45E1-B2BD-73AB90515253}" srcId="{463FA55D-66B1-442C-9D97-148544114DBF}" destId="{7C59E946-E177-4F4E-AEB7-9C9C303B07C4}" srcOrd="0" destOrd="0" parTransId="{C3239E38-4D57-41CB-A5D5-9D07DE46B932}" sibTransId="{C542041F-42E5-429B-A6C4-4A11F9230827}"/>
    <dgm:cxn modelId="{1204CAC7-FA4F-4C00-A083-2EEFABBB822B}" type="presOf" srcId="{1EEBC991-0693-4258-9CFA-AC8008194ECD}" destId="{DBEEC4AD-D512-4C25-A76A-FC089226F9F6}" srcOrd="0" destOrd="0" presId="urn:microsoft.com/office/officeart/2005/8/layout/hList1"/>
    <dgm:cxn modelId="{8348E5D2-615A-4596-9973-956090D835E4}" srcId="{1EEBC991-0693-4258-9CFA-AC8008194ECD}" destId="{755898E6-B509-4837-A6D3-6C3E4C5934E4}" srcOrd="1" destOrd="0" parTransId="{B935A9F1-5025-4C78-AD54-536E7F862D83}" sibTransId="{1F3B0ECB-2198-45FD-BB48-8DD4AD442F5C}"/>
    <dgm:cxn modelId="{6AA314DC-5E68-4381-8E49-DC6D1917F5F6}" type="presOf" srcId="{D556BE6B-69FC-4A8A-A727-55A0A831F13E}" destId="{DE431911-AE56-4535-8EE0-E31B04381778}" srcOrd="0" destOrd="0" presId="urn:microsoft.com/office/officeart/2005/8/layout/hList1"/>
    <dgm:cxn modelId="{38DEE1F8-D71D-4545-9743-299BFDB2C68D}" srcId="{D5E5927E-74BF-4085-BE9F-BF53FF5F3CF1}" destId="{EDF8195B-58EB-49BD-BC35-9171E8AF92B4}" srcOrd="1" destOrd="0" parTransId="{82F74498-2BD1-4E25-8ED0-1F23901B17FB}" sibTransId="{655241F2-5158-4D5D-B416-E8A1201309DA}"/>
    <dgm:cxn modelId="{3F55EFDF-4BF7-4A2B-8E71-5903B76F9ED1}" type="presParOf" srcId="{DBEEC4AD-D512-4C25-A76A-FC089226F9F6}" destId="{8B453931-2A3C-4E03-BB30-F0D1A03FD927}" srcOrd="0" destOrd="0" presId="urn:microsoft.com/office/officeart/2005/8/layout/hList1"/>
    <dgm:cxn modelId="{79E43CED-439D-4A95-B094-5334C4D075A9}" type="presParOf" srcId="{8B453931-2A3C-4E03-BB30-F0D1A03FD927}" destId="{DB94BDB1-4518-43A4-8926-283957D16C2F}" srcOrd="0" destOrd="0" presId="urn:microsoft.com/office/officeart/2005/8/layout/hList1"/>
    <dgm:cxn modelId="{E0F21BFA-945C-450C-A528-FD58DEA131A8}" type="presParOf" srcId="{8B453931-2A3C-4E03-BB30-F0D1A03FD927}" destId="{4CDF57D3-4E86-458E-A816-A99AAF13CE20}" srcOrd="1" destOrd="0" presId="urn:microsoft.com/office/officeart/2005/8/layout/hList1"/>
    <dgm:cxn modelId="{666E7596-45DB-4699-B084-E1B2BF710B41}" type="presParOf" srcId="{DBEEC4AD-D512-4C25-A76A-FC089226F9F6}" destId="{53D8DFA9-A9C3-49B2-BD46-0C0D1122288F}" srcOrd="1" destOrd="0" presId="urn:microsoft.com/office/officeart/2005/8/layout/hList1"/>
    <dgm:cxn modelId="{862E7CE1-6AF0-4CFB-BCA5-14AAE89FBE92}" type="presParOf" srcId="{DBEEC4AD-D512-4C25-A76A-FC089226F9F6}" destId="{23F6B7FD-1839-4917-A591-6B55F0D03582}" srcOrd="2" destOrd="0" presId="urn:microsoft.com/office/officeart/2005/8/layout/hList1"/>
    <dgm:cxn modelId="{6D9C427C-9DE2-406B-9A3A-7A0ECDF7FC3A}" type="presParOf" srcId="{23F6B7FD-1839-4917-A591-6B55F0D03582}" destId="{B2770FCF-6487-4762-8469-D608B7E4656C}" srcOrd="0" destOrd="0" presId="urn:microsoft.com/office/officeart/2005/8/layout/hList1"/>
    <dgm:cxn modelId="{5519B7C6-C9B0-4F3A-9A20-27B1AC921569}" type="presParOf" srcId="{23F6B7FD-1839-4917-A591-6B55F0D03582}" destId="{79F57E9E-3D30-4914-A22B-DABA3A4A83D3}" srcOrd="1" destOrd="0" presId="urn:microsoft.com/office/officeart/2005/8/layout/hList1"/>
    <dgm:cxn modelId="{04C8EC0A-7FCC-4270-8859-F29E6A269750}" type="presParOf" srcId="{DBEEC4AD-D512-4C25-A76A-FC089226F9F6}" destId="{79701475-4EC5-4C26-B3E3-B2C275933987}" srcOrd="3" destOrd="0" presId="urn:microsoft.com/office/officeart/2005/8/layout/hList1"/>
    <dgm:cxn modelId="{D1C29408-7585-468D-A766-DFF6C7CFAE76}" type="presParOf" srcId="{DBEEC4AD-D512-4C25-A76A-FC089226F9F6}" destId="{CDFA423B-67A4-4E97-9689-51F8D1E275AC}" srcOrd="4" destOrd="0" presId="urn:microsoft.com/office/officeart/2005/8/layout/hList1"/>
    <dgm:cxn modelId="{CF53C9D6-B4FF-49A8-A011-76970D10461E}" type="presParOf" srcId="{CDFA423B-67A4-4E97-9689-51F8D1E275AC}" destId="{C22BACA0-7532-4F16-AE62-0F857B858E7F}" srcOrd="0" destOrd="0" presId="urn:microsoft.com/office/officeart/2005/8/layout/hList1"/>
    <dgm:cxn modelId="{6BBE16B8-76D6-49A7-BFA1-E3A8B9452AAB}" type="presParOf" srcId="{CDFA423B-67A4-4E97-9689-51F8D1E275AC}" destId="{DE431911-AE56-4535-8EE0-E31B04381778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F26B9F-066E-4358-B54C-8E70FA878934}">
      <dsp:nvSpPr>
        <dsp:cNvPr id="0" name=""/>
        <dsp:cNvSpPr/>
      </dsp:nvSpPr>
      <dsp:spPr>
        <a:xfrm>
          <a:off x="1131380" y="300872"/>
          <a:ext cx="1286200" cy="12862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BAE51B-9A0E-461F-8F0A-75EAD0D5E63D}">
      <dsp:nvSpPr>
        <dsp:cNvPr id="0" name=""/>
        <dsp:cNvSpPr/>
      </dsp:nvSpPr>
      <dsp:spPr>
        <a:xfrm>
          <a:off x="345369" y="1941123"/>
          <a:ext cx="2858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200" kern="1200"/>
            <a:t>El proyecto se desarrollará utilizando una </a:t>
          </a:r>
          <a:r>
            <a:rPr lang="es-CL" sz="1200" b="1" kern="1200"/>
            <a:t>metodología ágil (SCRUM y XP)</a:t>
          </a:r>
          <a:r>
            <a:rPr lang="es-CL" sz="1200" kern="1200"/>
            <a:t> </a:t>
          </a:r>
          <a:endParaRPr lang="en-US" sz="1200" kern="1200"/>
        </a:p>
      </dsp:txBody>
      <dsp:txXfrm>
        <a:off x="345369" y="1941123"/>
        <a:ext cx="2858223" cy="720000"/>
      </dsp:txXfrm>
    </dsp:sp>
    <dsp:sp modelId="{2190DD2E-F5C1-4473-B771-D7E4B6EFF3CC}">
      <dsp:nvSpPr>
        <dsp:cNvPr id="0" name=""/>
        <dsp:cNvSpPr/>
      </dsp:nvSpPr>
      <dsp:spPr>
        <a:xfrm>
          <a:off x="4489792" y="300872"/>
          <a:ext cx="1286200" cy="12862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F6770B-4895-462C-A4CF-B8E551083C06}">
      <dsp:nvSpPr>
        <dsp:cNvPr id="0" name=""/>
        <dsp:cNvSpPr/>
      </dsp:nvSpPr>
      <dsp:spPr>
        <a:xfrm>
          <a:off x="3703781" y="1941123"/>
          <a:ext cx="2858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200" b="1" kern="1200"/>
            <a:t>Maximiliano Abalos</a:t>
          </a:r>
          <a:r>
            <a:rPr lang="es-CL" sz="1200" kern="1200"/>
            <a:t>: responsable del análisis de requerimientos, modelado de datos,  pruebas de seguridad y desarrollo.</a:t>
          </a:r>
          <a:endParaRPr lang="en-US" sz="1200" kern="1200"/>
        </a:p>
      </dsp:txBody>
      <dsp:txXfrm>
        <a:off x="3703781" y="1941123"/>
        <a:ext cx="2858223" cy="720000"/>
      </dsp:txXfrm>
    </dsp:sp>
    <dsp:sp modelId="{A3C399C6-A180-4C26-A27B-E729B0574401}">
      <dsp:nvSpPr>
        <dsp:cNvPr id="0" name=""/>
        <dsp:cNvSpPr/>
      </dsp:nvSpPr>
      <dsp:spPr>
        <a:xfrm>
          <a:off x="7848205" y="300872"/>
          <a:ext cx="1286200" cy="12862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C51B26-6374-4B87-A719-09E5077D5893}">
      <dsp:nvSpPr>
        <dsp:cNvPr id="0" name=""/>
        <dsp:cNvSpPr/>
      </dsp:nvSpPr>
      <dsp:spPr>
        <a:xfrm>
          <a:off x="7062193" y="1941123"/>
          <a:ext cx="2858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200" b="1" kern="1200"/>
            <a:t>José Puchulu</a:t>
          </a:r>
          <a:r>
            <a:rPr lang="es-CL" sz="1200" kern="1200"/>
            <a:t>: responsable de desarrollo fullstack del proyecto.</a:t>
          </a:r>
          <a:endParaRPr lang="en-US" sz="1200" kern="1200"/>
        </a:p>
      </dsp:txBody>
      <dsp:txXfrm>
        <a:off x="7062193" y="1941123"/>
        <a:ext cx="2858223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94BDB1-4518-43A4-8926-283957D16C2F}">
      <dsp:nvSpPr>
        <dsp:cNvPr id="0" name=""/>
        <dsp:cNvSpPr/>
      </dsp:nvSpPr>
      <dsp:spPr>
        <a:xfrm>
          <a:off x="2050" y="65211"/>
          <a:ext cx="1999721" cy="345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48768" rIns="85344" bIns="4876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1" kern="1200"/>
            <a:t>Facilitadores</a:t>
          </a:r>
          <a:endParaRPr lang="en-US" sz="1200" kern="1200"/>
        </a:p>
      </dsp:txBody>
      <dsp:txXfrm>
        <a:off x="2050" y="65211"/>
        <a:ext cx="1999721" cy="345600"/>
      </dsp:txXfrm>
    </dsp:sp>
    <dsp:sp modelId="{4CDF57D3-4E86-458E-A816-A99AAF13CE20}">
      <dsp:nvSpPr>
        <dsp:cNvPr id="0" name=""/>
        <dsp:cNvSpPr/>
      </dsp:nvSpPr>
      <dsp:spPr>
        <a:xfrm>
          <a:off x="2050" y="410811"/>
          <a:ext cx="1999721" cy="244785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i="1" kern="1200"/>
            <a:t>Distribución clara de tareas entre los integrantes.</a:t>
          </a:r>
          <a:endParaRPr lang="en-US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i="1" kern="1200"/>
            <a:t>Uso de herramientas de código abierto y librerías oficiales.</a:t>
          </a:r>
          <a:endParaRPr lang="en-US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i="1" kern="1200"/>
            <a:t>Buena planificación del trabajo, con revisiones semanales y control del progreso.</a:t>
          </a:r>
          <a:endParaRPr lang="en-US" sz="1200" kern="1200"/>
        </a:p>
      </dsp:txBody>
      <dsp:txXfrm>
        <a:off x="2050" y="410811"/>
        <a:ext cx="1999721" cy="2447853"/>
      </dsp:txXfrm>
    </dsp:sp>
    <dsp:sp modelId="{B2770FCF-6487-4762-8469-D608B7E4656C}">
      <dsp:nvSpPr>
        <dsp:cNvPr id="0" name=""/>
        <dsp:cNvSpPr/>
      </dsp:nvSpPr>
      <dsp:spPr>
        <a:xfrm>
          <a:off x="2281734" y="65211"/>
          <a:ext cx="1999721" cy="345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48768" rIns="85344" bIns="4876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1" kern="1200"/>
            <a:t>Dificultades</a:t>
          </a:r>
          <a:endParaRPr lang="en-US" sz="1200" kern="1200"/>
        </a:p>
      </dsp:txBody>
      <dsp:txXfrm>
        <a:off x="2281734" y="65211"/>
        <a:ext cx="1999721" cy="345600"/>
      </dsp:txXfrm>
    </dsp:sp>
    <dsp:sp modelId="{79F57E9E-3D30-4914-A22B-DABA3A4A83D3}">
      <dsp:nvSpPr>
        <dsp:cNvPr id="0" name=""/>
        <dsp:cNvSpPr/>
      </dsp:nvSpPr>
      <dsp:spPr>
        <a:xfrm>
          <a:off x="2281734" y="410811"/>
          <a:ext cx="1999721" cy="244785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i="1" kern="1200"/>
            <a:t>Dificultades técnicas en la integración del cifrado y la autenticación biométrica.</a:t>
          </a:r>
          <a:endParaRPr lang="en-US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i="1" kern="1200"/>
            <a:t>Limitaciones del entorno, especialmente al emular el sensor biométrico.</a:t>
          </a:r>
          <a:endParaRPr lang="en-US" sz="1200" kern="1200"/>
        </a:p>
      </dsp:txBody>
      <dsp:txXfrm>
        <a:off x="2281734" y="410811"/>
        <a:ext cx="1999721" cy="2447853"/>
      </dsp:txXfrm>
    </dsp:sp>
    <dsp:sp modelId="{C22BACA0-7532-4F16-AE62-0F857B858E7F}">
      <dsp:nvSpPr>
        <dsp:cNvPr id="0" name=""/>
        <dsp:cNvSpPr/>
      </dsp:nvSpPr>
      <dsp:spPr>
        <a:xfrm>
          <a:off x="4561417" y="65211"/>
          <a:ext cx="1999721" cy="345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48768" rIns="85344" bIns="4876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1" kern="1200"/>
            <a:t>Ajustes realizados</a:t>
          </a:r>
          <a:endParaRPr lang="en-US" sz="1200" kern="1200"/>
        </a:p>
      </dsp:txBody>
      <dsp:txXfrm>
        <a:off x="4561417" y="65211"/>
        <a:ext cx="1999721" cy="345600"/>
      </dsp:txXfrm>
    </dsp:sp>
    <dsp:sp modelId="{DE431911-AE56-4535-8EE0-E31B04381778}">
      <dsp:nvSpPr>
        <dsp:cNvPr id="0" name=""/>
        <dsp:cNvSpPr/>
      </dsp:nvSpPr>
      <dsp:spPr>
        <a:xfrm>
          <a:off x="4561417" y="410811"/>
          <a:ext cx="1999721" cy="244785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i="1" kern="1200" dirty="0" err="1"/>
            <a:t>Simplificación</a:t>
          </a:r>
          <a:r>
            <a:rPr lang="en-US" sz="1200" i="1" kern="1200" dirty="0"/>
            <a:t> del </a:t>
          </a:r>
          <a:r>
            <a:rPr lang="en-US" sz="1200" i="1" kern="1200" dirty="0" err="1"/>
            <a:t>proceso</a:t>
          </a:r>
          <a:r>
            <a:rPr lang="en-US" sz="1200" i="1" kern="1200" dirty="0"/>
            <a:t> de </a:t>
          </a:r>
          <a:r>
            <a:rPr lang="en-US" sz="1200" i="1" kern="1200" dirty="0" err="1"/>
            <a:t>validación</a:t>
          </a:r>
          <a:r>
            <a:rPr lang="en-US" sz="1200" i="1" kern="1200" dirty="0"/>
            <a:t> </a:t>
          </a:r>
          <a:r>
            <a:rPr lang="en-US" sz="1200" i="1" kern="1200" dirty="0" err="1"/>
            <a:t>mediante</a:t>
          </a:r>
          <a:r>
            <a:rPr lang="en-US" sz="1200" i="1" kern="1200" dirty="0"/>
            <a:t> </a:t>
          </a:r>
          <a:r>
            <a:rPr lang="en-US" sz="1200" i="1" kern="1200" dirty="0" err="1"/>
            <a:t>pruebas</a:t>
          </a:r>
          <a:r>
            <a:rPr lang="en-US" sz="1200" i="1" kern="1200" dirty="0"/>
            <a:t> locales y </a:t>
          </a:r>
          <a:r>
            <a:rPr lang="en-US" sz="1200" i="1" kern="1200" dirty="0" err="1"/>
            <a:t>dispositivos</a:t>
          </a:r>
          <a:r>
            <a:rPr lang="en-US" sz="1200" i="1" kern="1200" dirty="0"/>
            <a:t> 	</a:t>
          </a:r>
          <a:r>
            <a:rPr lang="en-US" sz="1200" i="1" kern="1200" dirty="0" err="1"/>
            <a:t>físicos</a:t>
          </a:r>
          <a:r>
            <a:rPr lang="en-US" sz="1200" i="1" kern="1200" dirty="0"/>
            <a:t> reales.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i="1" kern="1200" dirty="0" err="1"/>
            <a:t>Sustitución</a:t>
          </a:r>
          <a:r>
            <a:rPr lang="en-US" sz="1200" i="1" kern="1200" dirty="0"/>
            <a:t> temporal de Android Studio </a:t>
          </a:r>
          <a:r>
            <a:rPr lang="en-US" sz="1200" i="1" kern="1200" dirty="0" err="1"/>
            <a:t>por</a:t>
          </a:r>
          <a:r>
            <a:rPr lang="en-US" sz="1200" i="1" kern="1200" dirty="0"/>
            <a:t> </a:t>
          </a:r>
          <a:r>
            <a:rPr lang="en-US" sz="1200" i="1" kern="1200" dirty="0" err="1"/>
            <a:t>herramientas</a:t>
          </a:r>
          <a:r>
            <a:rPr lang="en-US" sz="1200" i="1" kern="1200" dirty="0"/>
            <a:t> </a:t>
          </a:r>
          <a:r>
            <a:rPr lang="en-US" sz="1200" i="1" kern="1200" dirty="0" err="1"/>
            <a:t>más</a:t>
          </a:r>
          <a:r>
            <a:rPr lang="en-US" sz="1200" i="1" kern="1200" dirty="0"/>
            <a:t> </a:t>
          </a:r>
          <a:r>
            <a:rPr lang="en-US" sz="1200" i="1" kern="1200" dirty="0" err="1"/>
            <a:t>ligeras</a:t>
          </a:r>
          <a:r>
            <a:rPr lang="en-US" sz="1200" i="1" kern="1200" dirty="0"/>
            <a:t> para </a:t>
          </a:r>
          <a:r>
            <a:rPr lang="en-US" sz="1200" i="1" kern="1200" dirty="0" err="1"/>
            <a:t>pruebas</a:t>
          </a:r>
          <a:r>
            <a:rPr lang="en-US" sz="1200" i="1" kern="1200" dirty="0"/>
            <a:t> 	de </a:t>
          </a:r>
          <a:r>
            <a:rPr lang="en-US" sz="1200" i="1" kern="1200" dirty="0" err="1"/>
            <a:t>interfaz</a:t>
          </a:r>
          <a:r>
            <a:rPr lang="en-US" sz="1200" i="1" kern="1200" dirty="0"/>
            <a:t> y </a:t>
          </a:r>
          <a:r>
            <a:rPr lang="en-US" sz="1200" i="1" kern="1200" dirty="0" err="1"/>
            <a:t>flujo</a:t>
          </a:r>
          <a:r>
            <a:rPr lang="en-US" sz="1200" i="1" kern="1200" dirty="0"/>
            <a:t> de </a:t>
          </a:r>
          <a:r>
            <a:rPr lang="en-US" sz="1200" i="1" kern="1200" dirty="0" err="1"/>
            <a:t>datos</a:t>
          </a:r>
          <a:r>
            <a:rPr lang="en-US" sz="1200" i="1" kern="1200" dirty="0"/>
            <a:t>.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1200" i="1" kern="1200" dirty="0"/>
            <a:t>No optar por biométrica</a:t>
          </a:r>
          <a:endParaRPr lang="en-US" sz="1200" i="1" kern="1200" dirty="0"/>
        </a:p>
      </dsp:txBody>
      <dsp:txXfrm>
        <a:off x="4561417" y="410811"/>
        <a:ext cx="1999721" cy="24478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4D2272-D660-A337-AEF3-BE066BD5453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FE5A70-71C2-F335-270C-B94537340C5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C5A369-CA0E-4FC6-90EE-5FA969A08EF8}" type="datetimeFigureOut">
              <a:rPr lang="en-US" smtClean="0"/>
              <a:t>11/11/2025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1E1B03-0F86-16E7-11BE-81F9F4CD66B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4524B8-3914-99B2-2620-0F2A88D335A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9210F9-8331-407C-A034-F95DCB303EB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0058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4AB06A-EEDC-421C-B5A0-5E9E5241A8E5}" type="datetimeFigureOut">
              <a:rPr lang="en-US" smtClean="0"/>
              <a:t>11/11/2025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F9438-3EEF-4192-9815-F6F44770AE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226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0477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46300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19570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3770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24127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55181-84CE-3524-D68D-682B0F012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CEE94D-6907-146E-CD9F-F7D4D6EE1A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AEC07F-99A7-224C-F60D-E7E57E4BF0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8283D6-F160-D1E6-106D-A182D54A22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08133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50027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61681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44697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58444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9096142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281146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2771721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6813744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62270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2363750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5368174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3972366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791316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18314629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4681738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52023037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465973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8862580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3826119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5040DA2-B75D-1B49-51F9-967501F7F6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4876" y="887638"/>
            <a:ext cx="10202248" cy="5094496"/>
          </a:xfrm>
        </p:spPr>
        <p:txBody>
          <a:bodyPr/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663CA19-070F-D373-ED8C-B6F895D11B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93BDAB-CB06-403B-00FD-9D1C2812A2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990939" y="2990938"/>
            <a:ext cx="6855801" cy="87392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FB1FDB-9C8A-890A-5051-8D49E105FD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5983104"/>
            <a:ext cx="12192000" cy="87392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reeform 21">
            <a:extLst>
              <a:ext uri="{FF2B5EF4-FFF2-40B4-BE49-F238E27FC236}">
                <a16:creationId xmlns:a16="http://schemas.microsoft.com/office/drawing/2014/main" id="{46056E81-9CB5-42E9-6689-B711F575C8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8981493" y="0"/>
            <a:ext cx="3200357" cy="3200320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 22">
            <a:extLst>
              <a:ext uri="{FF2B5EF4-FFF2-40B4-BE49-F238E27FC236}">
                <a16:creationId xmlns:a16="http://schemas.microsoft.com/office/drawing/2014/main" id="{3D075254-6FC4-6738-BBBE-1BACB99E42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0" y="-8"/>
            <a:ext cx="1745673" cy="877824"/>
          </a:xfrm>
          <a:custGeom>
            <a:avLst/>
            <a:gdLst>
              <a:gd name="connsiteX0" fmla="*/ 0 w 4572000"/>
              <a:gd name="connsiteY0" fmla="*/ 2285974 h 2285974"/>
              <a:gd name="connsiteX1" fmla="*/ 113956 w 4572000"/>
              <a:gd name="connsiteY1" fmla="*/ 2283183 h 2285974"/>
              <a:gd name="connsiteX2" fmla="*/ 2283027 w 4572000"/>
              <a:gd name="connsiteY2" fmla="*/ 117584 h 2285974"/>
              <a:gd name="connsiteX3" fmla="*/ 2286000 w 4572000"/>
              <a:gd name="connsiteY3" fmla="*/ 0 h 2285974"/>
              <a:gd name="connsiteX4" fmla="*/ 2288973 w 4572000"/>
              <a:gd name="connsiteY4" fmla="*/ 117584 h 2285974"/>
              <a:gd name="connsiteX5" fmla="*/ 4458044 w 4572000"/>
              <a:gd name="connsiteY5" fmla="*/ 2283183 h 2285974"/>
              <a:gd name="connsiteX6" fmla="*/ 4572000 w 4572000"/>
              <a:gd name="connsiteY6" fmla="*/ 2285974 h 2285974"/>
              <a:gd name="connsiteX7" fmla="*/ 2286000 w 4572000"/>
              <a:gd name="connsiteY7" fmla="*/ 2285974 h 228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00" h="2285974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4318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b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5BA2562-20F9-9DC8-81EB-6ED26B24D7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5983099"/>
            <a:ext cx="12192000" cy="8739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Freeform 25">
            <a:extLst>
              <a:ext uri="{FF2B5EF4-FFF2-40B4-BE49-F238E27FC236}">
                <a16:creationId xmlns:a16="http://schemas.microsoft.com/office/drawing/2014/main" id="{369E878B-C75C-98DC-B694-2C40507C49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91644" y="3657675"/>
            <a:ext cx="3200357" cy="3200320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Freeform 27">
            <a:extLst>
              <a:ext uri="{FF2B5EF4-FFF2-40B4-BE49-F238E27FC236}">
                <a16:creationId xmlns:a16="http://schemas.microsoft.com/office/drawing/2014/main" id="{DC03A063-67E0-718E-206C-6C807C200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0" y="-5"/>
            <a:ext cx="2286000" cy="2285973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 30">
            <a:extLst>
              <a:ext uri="{FF2B5EF4-FFF2-40B4-BE49-F238E27FC236}">
                <a16:creationId xmlns:a16="http://schemas.microsoft.com/office/drawing/2014/main" id="{6D86FEEF-2721-A616-B636-7C6F8B1B5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rot="16200000" flipH="1" flipV="1">
            <a:off x="-433923" y="5546250"/>
            <a:ext cx="1745673" cy="877824"/>
          </a:xfrm>
          <a:custGeom>
            <a:avLst/>
            <a:gdLst>
              <a:gd name="connsiteX0" fmla="*/ 0 w 4572000"/>
              <a:gd name="connsiteY0" fmla="*/ 2285974 h 2285974"/>
              <a:gd name="connsiteX1" fmla="*/ 113956 w 4572000"/>
              <a:gd name="connsiteY1" fmla="*/ 2283183 h 2285974"/>
              <a:gd name="connsiteX2" fmla="*/ 2283027 w 4572000"/>
              <a:gd name="connsiteY2" fmla="*/ 117584 h 2285974"/>
              <a:gd name="connsiteX3" fmla="*/ 2286000 w 4572000"/>
              <a:gd name="connsiteY3" fmla="*/ 0 h 2285974"/>
              <a:gd name="connsiteX4" fmla="*/ 2288973 w 4572000"/>
              <a:gd name="connsiteY4" fmla="*/ 117584 h 2285974"/>
              <a:gd name="connsiteX5" fmla="*/ 4458044 w 4572000"/>
              <a:gd name="connsiteY5" fmla="*/ 2283183 h 2285974"/>
              <a:gd name="connsiteX6" fmla="*/ 4572000 w 4572000"/>
              <a:gd name="connsiteY6" fmla="*/ 2285974 h 2285974"/>
              <a:gd name="connsiteX7" fmla="*/ 2286000 w 4572000"/>
              <a:gd name="connsiteY7" fmla="*/ 2285974 h 228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00" h="2285974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4AC20A76-77DC-62F7-C0E5-66C03853B3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599" y="1478396"/>
            <a:ext cx="3710355" cy="3445297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CF99A149-DEF4-9E0F-D0DE-E859DB6CA53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360465" y="1477963"/>
            <a:ext cx="5536135" cy="3446462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663CA19-070F-D373-ED8C-B6F895D11B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00688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ection Tit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9">
            <a:extLst>
              <a:ext uri="{FF2B5EF4-FFF2-40B4-BE49-F238E27FC236}">
                <a16:creationId xmlns:a16="http://schemas.microsoft.com/office/drawing/2014/main" id="{A18D9F31-445F-F144-A393-66C1BDE808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4570022" y="3390898"/>
            <a:ext cx="3354778" cy="3467100"/>
          </a:xfrm>
          <a:custGeom>
            <a:avLst/>
            <a:gdLst>
              <a:gd name="connsiteX0" fmla="*/ 0 w 2353172"/>
              <a:gd name="connsiteY0" fmla="*/ 0 h 2431959"/>
              <a:gd name="connsiteX1" fmla="*/ 2353172 w 2353172"/>
              <a:gd name="connsiteY1" fmla="*/ 0 h 2431959"/>
              <a:gd name="connsiteX2" fmla="*/ 2353172 w 2353172"/>
              <a:gd name="connsiteY2" fmla="*/ 2431959 h 2431959"/>
              <a:gd name="connsiteX3" fmla="*/ 2352312 w 2353172"/>
              <a:gd name="connsiteY3" fmla="*/ 2431959 h 2431959"/>
              <a:gd name="connsiteX4" fmla="*/ 2340504 w 2353172"/>
              <a:gd name="connsiteY4" fmla="*/ 2198113 h 2431959"/>
              <a:gd name="connsiteX5" fmla="*/ 134816 w 2353172"/>
              <a:gd name="connsiteY5" fmla="*/ 6383 h 2431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53172" h="2431959">
                <a:moveTo>
                  <a:pt x="0" y="0"/>
                </a:moveTo>
                <a:lnTo>
                  <a:pt x="2353172" y="0"/>
                </a:lnTo>
                <a:lnTo>
                  <a:pt x="2353172" y="2431959"/>
                </a:lnTo>
                <a:lnTo>
                  <a:pt x="2352312" y="2431959"/>
                </a:lnTo>
                <a:lnTo>
                  <a:pt x="2340504" y="2198113"/>
                </a:lnTo>
                <a:cubicBezTo>
                  <a:pt x="2222700" y="1038123"/>
                  <a:pt x="1296917" y="116993"/>
                  <a:pt x="134816" y="6383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 14">
            <a:extLst>
              <a:ext uri="{FF2B5EF4-FFF2-40B4-BE49-F238E27FC236}">
                <a16:creationId xmlns:a16="http://schemas.microsoft.com/office/drawing/2014/main" id="{24F2F994-08EA-D901-82B7-02E175B2FF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0" y="0"/>
            <a:ext cx="2286000" cy="2285973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63EE949-1BE5-CFA7-69CC-5235FFE07F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598" y="1415562"/>
            <a:ext cx="5750171" cy="4009292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Picture Placeholder 18">
            <a:extLst>
              <a:ext uri="{FF2B5EF4-FFF2-40B4-BE49-F238E27FC236}">
                <a16:creationId xmlns:a16="http://schemas.microsoft.com/office/drawing/2014/main" id="{A2B2C17F-12DD-A683-5602-F16A1C9647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877908" y="1"/>
            <a:ext cx="4314092" cy="6858000"/>
          </a:xfrm>
          <a:custGeom>
            <a:avLst/>
            <a:gdLst>
              <a:gd name="connsiteX0" fmla="*/ 3466352 w 4267200"/>
              <a:gd name="connsiteY0" fmla="*/ 0 h 6858000"/>
              <a:gd name="connsiteX1" fmla="*/ 4267200 w 4267200"/>
              <a:gd name="connsiteY1" fmla="*/ 0 h 6858000"/>
              <a:gd name="connsiteX2" fmla="*/ 4267200 w 4267200"/>
              <a:gd name="connsiteY2" fmla="*/ 6858000 h 6858000"/>
              <a:gd name="connsiteX3" fmla="*/ 0 w 4267200"/>
              <a:gd name="connsiteY3" fmla="*/ 6858000 h 6858000"/>
              <a:gd name="connsiteX4" fmla="*/ 0 w 4267200"/>
              <a:gd name="connsiteY4" fmla="*/ 3338980 h 6858000"/>
              <a:gd name="connsiteX5" fmla="*/ 8352 w 4267200"/>
              <a:gd name="connsiteY5" fmla="*/ 3162578 h 6858000"/>
              <a:gd name="connsiteX6" fmla="*/ 3132972 w 4267200"/>
              <a:gd name="connsiteY6" fmla="*/ 18059 h 6858000"/>
              <a:gd name="connsiteX7" fmla="*/ 3466352 w 4267200"/>
              <a:gd name="connsiteY7" fmla="*/ 122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67200" h="6858000">
                <a:moveTo>
                  <a:pt x="3466352" y="0"/>
                </a:moveTo>
                <a:lnTo>
                  <a:pt x="4267200" y="0"/>
                </a:lnTo>
                <a:lnTo>
                  <a:pt x="4267200" y="6858000"/>
                </a:lnTo>
                <a:lnTo>
                  <a:pt x="0" y="6858000"/>
                </a:lnTo>
                <a:lnTo>
                  <a:pt x="0" y="3338980"/>
                </a:lnTo>
                <a:lnTo>
                  <a:pt x="8352" y="3162578"/>
                </a:lnTo>
                <a:cubicBezTo>
                  <a:pt x="166042" y="1505839"/>
                  <a:pt x="1479242" y="186005"/>
                  <a:pt x="3132972" y="18059"/>
                </a:cubicBezTo>
                <a:lnTo>
                  <a:pt x="3466352" y="1225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</p:spPr>
        <p:txBody>
          <a:bodyPr wrap="square" lIns="1463040" tIns="822960" rIns="1463040" anchor="t" anchorCtr="0">
            <a:noAutofit/>
          </a:bodyPr>
          <a:lstStyle>
            <a:lvl1pPr marL="0" indent="0" algn="ctr">
              <a:buNone/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663CA19-070F-D373-ED8C-B6F895D11B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62426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610C35C-5361-BD30-EB79-01BD72158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992038" y="2992045"/>
            <a:ext cx="6858000" cy="87392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 26">
            <a:extLst>
              <a:ext uri="{FF2B5EF4-FFF2-40B4-BE49-F238E27FC236}">
                <a16:creationId xmlns:a16="http://schemas.microsoft.com/office/drawing/2014/main" id="{948A7171-32A3-1CAC-DDFD-7C44DDAF06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1" y="0"/>
            <a:ext cx="1745673" cy="877824"/>
          </a:xfrm>
          <a:custGeom>
            <a:avLst/>
            <a:gdLst>
              <a:gd name="connsiteX0" fmla="*/ 0 w 4572000"/>
              <a:gd name="connsiteY0" fmla="*/ 2285974 h 2285974"/>
              <a:gd name="connsiteX1" fmla="*/ 113956 w 4572000"/>
              <a:gd name="connsiteY1" fmla="*/ 2283183 h 2285974"/>
              <a:gd name="connsiteX2" fmla="*/ 2283027 w 4572000"/>
              <a:gd name="connsiteY2" fmla="*/ 117584 h 2285974"/>
              <a:gd name="connsiteX3" fmla="*/ 2286000 w 4572000"/>
              <a:gd name="connsiteY3" fmla="*/ 0 h 2285974"/>
              <a:gd name="connsiteX4" fmla="*/ 2288973 w 4572000"/>
              <a:gd name="connsiteY4" fmla="*/ 117584 h 2285974"/>
              <a:gd name="connsiteX5" fmla="*/ 4458044 w 4572000"/>
              <a:gd name="connsiteY5" fmla="*/ 2283183 h 2285974"/>
              <a:gd name="connsiteX6" fmla="*/ 4572000 w 4572000"/>
              <a:gd name="connsiteY6" fmla="*/ 2285974 h 2285974"/>
              <a:gd name="connsiteX7" fmla="*/ 2286000 w 4572000"/>
              <a:gd name="connsiteY7" fmla="*/ 2285974 h 228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00" h="2285974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47">
            <a:extLst>
              <a:ext uri="{FF2B5EF4-FFF2-40B4-BE49-F238E27FC236}">
                <a16:creationId xmlns:a16="http://schemas.microsoft.com/office/drawing/2014/main" id="{06FD5EAC-FAC4-CDB4-6AB8-809E940F07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91644" y="3657688"/>
            <a:ext cx="3200357" cy="3200320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6DA13352-25BC-FD28-A34C-DD204D5BF1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81748" y="246183"/>
            <a:ext cx="9525000" cy="1919521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34108AC-4ED2-99E6-0212-0AC0802C553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371600" y="2274033"/>
            <a:ext cx="9525000" cy="3317875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800"/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600"/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400"/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/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663CA19-070F-D373-ED8C-B6F895D11B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4683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Content and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8">
            <a:extLst>
              <a:ext uri="{FF2B5EF4-FFF2-40B4-BE49-F238E27FC236}">
                <a16:creationId xmlns:a16="http://schemas.microsoft.com/office/drawing/2014/main" id="{D8A19A74-FE0D-4975-5657-5362CEB4D3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6117263" y="5090690"/>
            <a:ext cx="1807536" cy="1777059"/>
          </a:xfrm>
          <a:custGeom>
            <a:avLst/>
            <a:gdLst>
              <a:gd name="connsiteX0" fmla="*/ 0 w 2353172"/>
              <a:gd name="connsiteY0" fmla="*/ 0 h 2431959"/>
              <a:gd name="connsiteX1" fmla="*/ 2353172 w 2353172"/>
              <a:gd name="connsiteY1" fmla="*/ 0 h 2431959"/>
              <a:gd name="connsiteX2" fmla="*/ 2353172 w 2353172"/>
              <a:gd name="connsiteY2" fmla="*/ 2431959 h 2431959"/>
              <a:gd name="connsiteX3" fmla="*/ 2352312 w 2353172"/>
              <a:gd name="connsiteY3" fmla="*/ 2431959 h 2431959"/>
              <a:gd name="connsiteX4" fmla="*/ 2340504 w 2353172"/>
              <a:gd name="connsiteY4" fmla="*/ 2198113 h 2431959"/>
              <a:gd name="connsiteX5" fmla="*/ 134816 w 2353172"/>
              <a:gd name="connsiteY5" fmla="*/ 6383 h 2431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53172" h="2431959">
                <a:moveTo>
                  <a:pt x="0" y="0"/>
                </a:moveTo>
                <a:lnTo>
                  <a:pt x="2353172" y="0"/>
                </a:lnTo>
                <a:lnTo>
                  <a:pt x="2353172" y="2431959"/>
                </a:lnTo>
                <a:lnTo>
                  <a:pt x="2352312" y="2431959"/>
                </a:lnTo>
                <a:lnTo>
                  <a:pt x="2340504" y="2198113"/>
                </a:lnTo>
                <a:cubicBezTo>
                  <a:pt x="2222700" y="1038123"/>
                  <a:pt x="1296917" y="116993"/>
                  <a:pt x="134816" y="6383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E8CCA9-A930-4217-FC4B-419AD08ED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996913" y="2996911"/>
            <a:ext cx="6867747" cy="87392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reeform 25">
            <a:extLst>
              <a:ext uri="{FF2B5EF4-FFF2-40B4-BE49-F238E27FC236}">
                <a16:creationId xmlns:a16="http://schemas.microsoft.com/office/drawing/2014/main" id="{A5202170-963D-8D6D-EF61-11B291827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0" y="-8"/>
            <a:ext cx="1745673" cy="877824"/>
          </a:xfrm>
          <a:custGeom>
            <a:avLst/>
            <a:gdLst>
              <a:gd name="connsiteX0" fmla="*/ 0 w 4572000"/>
              <a:gd name="connsiteY0" fmla="*/ 2285974 h 2285974"/>
              <a:gd name="connsiteX1" fmla="*/ 113956 w 4572000"/>
              <a:gd name="connsiteY1" fmla="*/ 2283183 h 2285974"/>
              <a:gd name="connsiteX2" fmla="*/ 2283027 w 4572000"/>
              <a:gd name="connsiteY2" fmla="*/ 117584 h 2285974"/>
              <a:gd name="connsiteX3" fmla="*/ 2286000 w 4572000"/>
              <a:gd name="connsiteY3" fmla="*/ 0 h 2285974"/>
              <a:gd name="connsiteX4" fmla="*/ 2288973 w 4572000"/>
              <a:gd name="connsiteY4" fmla="*/ 117584 h 2285974"/>
              <a:gd name="connsiteX5" fmla="*/ 4458044 w 4572000"/>
              <a:gd name="connsiteY5" fmla="*/ 2283183 h 2285974"/>
              <a:gd name="connsiteX6" fmla="*/ 4572000 w 4572000"/>
              <a:gd name="connsiteY6" fmla="*/ 2285974 h 2285974"/>
              <a:gd name="connsiteX7" fmla="*/ 2286000 w 4572000"/>
              <a:gd name="connsiteY7" fmla="*/ 2285974 h 228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00" h="2285974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6A71B5EB-558B-B072-1FF1-CDA55B10CC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81757" y="328860"/>
            <a:ext cx="6136643" cy="177706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20">
            <a:extLst>
              <a:ext uri="{FF2B5EF4-FFF2-40B4-BE49-F238E27FC236}">
                <a16:creationId xmlns:a16="http://schemas.microsoft.com/office/drawing/2014/main" id="{B84F4814-519C-86D2-1886-90E0A98968D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371204" y="2282999"/>
            <a:ext cx="6136643" cy="3685507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800"/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600"/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400"/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/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55A36A3E-F1BF-A2FC-E9BF-616718E65B8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924800" y="0"/>
            <a:ext cx="4267200" cy="6858000"/>
          </a:xfrm>
          <a:solidFill>
            <a:schemeClr val="accent2"/>
          </a:solidFill>
        </p:spPr>
        <p:txBody>
          <a:bodyPr/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769D9C9-E3F7-6719-75F2-AA70DF83E1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768981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and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3FFEEC7-A0A7-27CB-3F2D-796281DCDC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5983104"/>
            <a:ext cx="12192000" cy="87392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 20">
            <a:extLst>
              <a:ext uri="{FF2B5EF4-FFF2-40B4-BE49-F238E27FC236}">
                <a16:creationId xmlns:a16="http://schemas.microsoft.com/office/drawing/2014/main" id="{2DCCFF86-2471-421E-E5FF-E38943252F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0" y="0"/>
            <a:ext cx="2286000" cy="2285973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Freeform 21">
            <a:extLst>
              <a:ext uri="{FF2B5EF4-FFF2-40B4-BE49-F238E27FC236}">
                <a16:creationId xmlns:a16="http://schemas.microsoft.com/office/drawing/2014/main" id="{8300B484-623C-071D-E849-138F761417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rot="16200000" flipH="1" flipV="1">
            <a:off x="-433923" y="5546255"/>
            <a:ext cx="1745673" cy="877824"/>
          </a:xfrm>
          <a:custGeom>
            <a:avLst/>
            <a:gdLst>
              <a:gd name="connsiteX0" fmla="*/ 0 w 4572000"/>
              <a:gd name="connsiteY0" fmla="*/ 2285974 h 2285974"/>
              <a:gd name="connsiteX1" fmla="*/ 113956 w 4572000"/>
              <a:gd name="connsiteY1" fmla="*/ 2283183 h 2285974"/>
              <a:gd name="connsiteX2" fmla="*/ 2283027 w 4572000"/>
              <a:gd name="connsiteY2" fmla="*/ 117584 h 2285974"/>
              <a:gd name="connsiteX3" fmla="*/ 2286000 w 4572000"/>
              <a:gd name="connsiteY3" fmla="*/ 0 h 2285974"/>
              <a:gd name="connsiteX4" fmla="*/ 2288973 w 4572000"/>
              <a:gd name="connsiteY4" fmla="*/ 117584 h 2285974"/>
              <a:gd name="connsiteX5" fmla="*/ 4458044 w 4572000"/>
              <a:gd name="connsiteY5" fmla="*/ 2283183 h 2285974"/>
              <a:gd name="connsiteX6" fmla="*/ 4572000 w 4572000"/>
              <a:gd name="connsiteY6" fmla="*/ 2285974 h 2285974"/>
              <a:gd name="connsiteX7" fmla="*/ 2286000 w 4572000"/>
              <a:gd name="connsiteY7" fmla="*/ 2285974 h 228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00" h="2285974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99A6249F-0E28-0ABF-FE63-7ECC0E1062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805" y="344399"/>
            <a:ext cx="9599008" cy="1729547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CCC29225-33B5-6D19-F0BA-DE3F864F640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370867" y="2274034"/>
            <a:ext cx="4643438" cy="329863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800"/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600"/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400"/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/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Content Placeholder 20">
            <a:extLst>
              <a:ext uri="{FF2B5EF4-FFF2-40B4-BE49-F238E27FC236}">
                <a16:creationId xmlns:a16="http://schemas.microsoft.com/office/drawing/2014/main" id="{FB67020D-DF60-17C1-8DEC-EDECF653540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318375" y="2274034"/>
            <a:ext cx="4643438" cy="329863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800"/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600"/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400"/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/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75812651-A64E-FA0C-7D84-B20BA7C673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68099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losing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181407F-D7F6-56CB-135C-01868BC191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597" y="1088211"/>
            <a:ext cx="4602483" cy="4896019"/>
          </a:xfrm>
        </p:spPr>
        <p:txBody>
          <a:bodyPr>
            <a:normAutofit/>
          </a:bodyPr>
          <a:lstStyle>
            <a:lvl1pPr>
              <a:defRPr sz="48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517585-E867-BB06-B195-272DA0FD4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8"/>
            <a:ext cx="12192000" cy="87392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2D9EBD-88FB-A2C3-7EC2-46DD7B5326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990939" y="2990938"/>
            <a:ext cx="6855801" cy="87392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CB417425-9078-B6E8-97F7-BAA1536BA0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0" y="-8"/>
            <a:ext cx="1745673" cy="877824"/>
          </a:xfrm>
          <a:custGeom>
            <a:avLst/>
            <a:gdLst>
              <a:gd name="connsiteX0" fmla="*/ 0 w 4572000"/>
              <a:gd name="connsiteY0" fmla="*/ 2285974 h 2285974"/>
              <a:gd name="connsiteX1" fmla="*/ 113956 w 4572000"/>
              <a:gd name="connsiteY1" fmla="*/ 2283183 h 2285974"/>
              <a:gd name="connsiteX2" fmla="*/ 2283027 w 4572000"/>
              <a:gd name="connsiteY2" fmla="*/ 117584 h 2285974"/>
              <a:gd name="connsiteX3" fmla="*/ 2286000 w 4572000"/>
              <a:gd name="connsiteY3" fmla="*/ 0 h 2285974"/>
              <a:gd name="connsiteX4" fmla="*/ 2288973 w 4572000"/>
              <a:gd name="connsiteY4" fmla="*/ 117584 h 2285974"/>
              <a:gd name="connsiteX5" fmla="*/ 4458044 w 4572000"/>
              <a:gd name="connsiteY5" fmla="*/ 2283183 h 2285974"/>
              <a:gd name="connsiteX6" fmla="*/ 4572000 w 4572000"/>
              <a:gd name="connsiteY6" fmla="*/ 2285974 h 2285974"/>
              <a:gd name="connsiteX7" fmla="*/ 2286000 w 4572000"/>
              <a:gd name="connsiteY7" fmla="*/ 2285974 h 228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00" h="2285974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 4">
            <a:extLst>
              <a:ext uri="{FF2B5EF4-FFF2-40B4-BE49-F238E27FC236}">
                <a16:creationId xmlns:a16="http://schemas.microsoft.com/office/drawing/2014/main" id="{D7F56B38-71B8-A745-8D9C-BBEA278F3F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9905999" y="4572027"/>
            <a:ext cx="2286000" cy="2285973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5E5C644-63C0-D8A4-7EF1-1681AFB1F4D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324599" y="1088210"/>
            <a:ext cx="4373564" cy="4894894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 b="1">
                <a:solidFill>
                  <a:schemeClr val="bg2"/>
                </a:solidFill>
              </a:defRPr>
            </a:lvl1pPr>
            <a:lvl2pPr marL="457200" indent="0"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bg2"/>
                </a:solidFill>
              </a:defRPr>
            </a:lvl2pPr>
            <a:lvl3pPr marL="914400" indent="0">
              <a:spcBef>
                <a:spcPts val="0"/>
              </a:spcBef>
              <a:spcAft>
                <a:spcPts val="600"/>
              </a:spcAft>
              <a:buNone/>
              <a:defRPr sz="1400" b="1">
                <a:solidFill>
                  <a:schemeClr val="bg2"/>
                </a:solidFill>
              </a:defRPr>
            </a:lvl3pPr>
            <a:lvl4pPr marL="1371600" indent="0">
              <a:spcBef>
                <a:spcPts val="0"/>
              </a:spcBef>
              <a:spcAft>
                <a:spcPts val="600"/>
              </a:spcAft>
              <a:buNone/>
              <a:defRPr sz="1200" b="1">
                <a:solidFill>
                  <a:schemeClr val="bg2"/>
                </a:solidFill>
              </a:defRPr>
            </a:lvl4pPr>
            <a:lvl5pPr marL="1828800" indent="0">
              <a:spcBef>
                <a:spcPts val="0"/>
              </a:spcBef>
              <a:spcAft>
                <a:spcPts val="600"/>
              </a:spcAft>
              <a:buNone/>
              <a:defRPr sz="1200"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663CA19-070F-D373-ED8C-B6F895D11B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682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30"/>
            <a:ext cx="2356674" cy="6853283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11" name="Freeform 27"/>
            <p:cNvSpPr/>
            <p:nvPr/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946741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  <p:sldLayoutId id="2147483821" r:id="rId11"/>
    <p:sldLayoutId id="2147483822" r:id="rId12"/>
    <p:sldLayoutId id="2147483823" r:id="rId13"/>
    <p:sldLayoutId id="2147483824" r:id="rId14"/>
    <p:sldLayoutId id="2147483825" r:id="rId15"/>
    <p:sldLayoutId id="2147483826" r:id="rId16"/>
    <p:sldLayoutId id="2147483827" r:id="rId17"/>
    <p:sldLayoutId id="2147483828" r:id="rId18"/>
    <p:sldLayoutId id="2147483829" r:id="rId19"/>
    <p:sldLayoutId id="2147483830" r:id="rId20"/>
    <p:sldLayoutId id="2147483831" r:id="rId21"/>
    <p:sldLayoutId id="2147483832" r:id="rId22"/>
    <p:sldLayoutId id="2147483833" r:id="rId23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2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6B28271E-9555-42CD-BD73-34342E2C88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BD4240E-6DDD-4EE5-A78F-73FA03FFB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F140C05-5A32-4121-BA59-39C09D2186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22E56440-2EF9-456B-A139-1EE8EAD955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B9475300-3C94-4891-8DC1-32A481BC92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1CFB1402-A2ED-4D11-874C-0AB6FF4D28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E0FE3BE1-58D7-46C0-AE4E-B175438933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4498F76B-1EB5-4825-B5A5-B67DD6F8E5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7E7BF4CC-6307-4B94-9A6F-13CE0FA3BF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EF0043F8-898A-4BEE-8EFB-902C0EF25A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CE793A4A-9FAE-4C74-904A-E586185E00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4DBD540B-DF85-4B25-899B-35EC608D2E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3753F73A-23B3-4FAA-A620-BD721A126B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267D78B-5467-413E-AA16-317DC14DE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30"/>
            <a:ext cx="2356675" cy="6853284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25" name="Freeform 27">
              <a:extLst>
                <a:ext uri="{FF2B5EF4-FFF2-40B4-BE49-F238E27FC236}">
                  <a16:creationId xmlns:a16="http://schemas.microsoft.com/office/drawing/2014/main" id="{DB4FB125-4A45-46ED-BB4C-57BB75D98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8">
              <a:extLst>
                <a:ext uri="{FF2B5EF4-FFF2-40B4-BE49-F238E27FC236}">
                  <a16:creationId xmlns:a16="http://schemas.microsoft.com/office/drawing/2014/main" id="{E3598A84-A979-4879-8893-B8318DCE6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9">
              <a:extLst>
                <a:ext uri="{FF2B5EF4-FFF2-40B4-BE49-F238E27FC236}">
                  <a16:creationId xmlns:a16="http://schemas.microsoft.com/office/drawing/2014/main" id="{112EB207-FB2F-4573-8255-F21ADC664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30">
              <a:extLst>
                <a:ext uri="{FF2B5EF4-FFF2-40B4-BE49-F238E27FC236}">
                  <a16:creationId xmlns:a16="http://schemas.microsoft.com/office/drawing/2014/main" id="{A3484ADB-0708-464C-8AED-81B67BE557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31">
              <a:extLst>
                <a:ext uri="{FF2B5EF4-FFF2-40B4-BE49-F238E27FC236}">
                  <a16:creationId xmlns:a16="http://schemas.microsoft.com/office/drawing/2014/main" id="{1266C770-33FF-4943-AACF-26ABEE311C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32">
              <a:extLst>
                <a:ext uri="{FF2B5EF4-FFF2-40B4-BE49-F238E27FC236}">
                  <a16:creationId xmlns:a16="http://schemas.microsoft.com/office/drawing/2014/main" id="{C2F7E316-AFCD-45C6-B641-0EBDF4737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3">
              <a:extLst>
                <a:ext uri="{FF2B5EF4-FFF2-40B4-BE49-F238E27FC236}">
                  <a16:creationId xmlns:a16="http://schemas.microsoft.com/office/drawing/2014/main" id="{CF53548F-37E3-4E7B-96DD-FDB6DB7C04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4">
              <a:extLst>
                <a:ext uri="{FF2B5EF4-FFF2-40B4-BE49-F238E27FC236}">
                  <a16:creationId xmlns:a16="http://schemas.microsoft.com/office/drawing/2014/main" id="{15551288-4951-4542-8F8C-47E81FEE28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5">
              <a:extLst>
                <a:ext uri="{FF2B5EF4-FFF2-40B4-BE49-F238E27FC236}">
                  <a16:creationId xmlns:a16="http://schemas.microsoft.com/office/drawing/2014/main" id="{F7A81699-A895-4857-971F-AF0BB39B6E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6">
              <a:extLst>
                <a:ext uri="{FF2B5EF4-FFF2-40B4-BE49-F238E27FC236}">
                  <a16:creationId xmlns:a16="http://schemas.microsoft.com/office/drawing/2014/main" id="{0FB9E957-B609-48F1-A907-D42E8CC60E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7">
              <a:extLst>
                <a:ext uri="{FF2B5EF4-FFF2-40B4-BE49-F238E27FC236}">
                  <a16:creationId xmlns:a16="http://schemas.microsoft.com/office/drawing/2014/main" id="{1DB202BD-DA2A-42A1-979D-E66957BD0E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8">
              <a:extLst>
                <a:ext uri="{FF2B5EF4-FFF2-40B4-BE49-F238E27FC236}">
                  <a16:creationId xmlns:a16="http://schemas.microsoft.com/office/drawing/2014/main" id="{B56C813B-29AB-460E-A49D-A44263DBD5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02C63E57-6267-4B3F-B340-7BB32196E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0" name="Freeform 6">
            <a:extLst>
              <a:ext uri="{FF2B5EF4-FFF2-40B4-BE49-F238E27FC236}">
                <a16:creationId xmlns:a16="http://schemas.microsoft.com/office/drawing/2014/main" id="{2A337B9A-DE2D-4671-B699-5EDA7354E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611FF374-3B98-4564-AE0E-A0E3449CC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7620" y="-1"/>
            <a:ext cx="1220724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8101EEE-F7FA-44E2-BF5F-95571AD68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630387" y="228600"/>
            <a:ext cx="2851523" cy="6638625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45" name="Freeform 11">
              <a:extLst>
                <a:ext uri="{FF2B5EF4-FFF2-40B4-BE49-F238E27FC236}">
                  <a16:creationId xmlns:a16="http://schemas.microsoft.com/office/drawing/2014/main" id="{302D4F30-5844-4CA5-8028-CB10622205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12">
              <a:extLst>
                <a:ext uri="{FF2B5EF4-FFF2-40B4-BE49-F238E27FC236}">
                  <a16:creationId xmlns:a16="http://schemas.microsoft.com/office/drawing/2014/main" id="{B71266B3-DB95-4F7C-A76B-F30C325E7B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13">
              <a:extLst>
                <a:ext uri="{FF2B5EF4-FFF2-40B4-BE49-F238E27FC236}">
                  <a16:creationId xmlns:a16="http://schemas.microsoft.com/office/drawing/2014/main" id="{711BB886-FE10-483D-B669-8B4FDAE883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14">
              <a:extLst>
                <a:ext uri="{FF2B5EF4-FFF2-40B4-BE49-F238E27FC236}">
                  <a16:creationId xmlns:a16="http://schemas.microsoft.com/office/drawing/2014/main" id="{DBB10313-108E-47E0-96CC-EE38086BE2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15">
              <a:extLst>
                <a:ext uri="{FF2B5EF4-FFF2-40B4-BE49-F238E27FC236}">
                  <a16:creationId xmlns:a16="http://schemas.microsoft.com/office/drawing/2014/main" id="{2D2A0B35-5B2B-4533-BE63-85791BC04D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16">
              <a:extLst>
                <a:ext uri="{FF2B5EF4-FFF2-40B4-BE49-F238E27FC236}">
                  <a16:creationId xmlns:a16="http://schemas.microsoft.com/office/drawing/2014/main" id="{F0F55776-34CB-41DA-9166-4CC2528E80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17">
              <a:extLst>
                <a:ext uri="{FF2B5EF4-FFF2-40B4-BE49-F238E27FC236}">
                  <a16:creationId xmlns:a16="http://schemas.microsoft.com/office/drawing/2014/main" id="{8C6B68EF-B3A8-463C-BDF5-BA405E26A9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18">
              <a:extLst>
                <a:ext uri="{FF2B5EF4-FFF2-40B4-BE49-F238E27FC236}">
                  <a16:creationId xmlns:a16="http://schemas.microsoft.com/office/drawing/2014/main" id="{0FDE76EA-CDDE-4C98-A099-56BAA22B0F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19">
              <a:extLst>
                <a:ext uri="{FF2B5EF4-FFF2-40B4-BE49-F238E27FC236}">
                  <a16:creationId xmlns:a16="http://schemas.microsoft.com/office/drawing/2014/main" id="{414999FF-82AE-468C-9EE5-7E5812F4A1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20">
              <a:extLst>
                <a:ext uri="{FF2B5EF4-FFF2-40B4-BE49-F238E27FC236}">
                  <a16:creationId xmlns:a16="http://schemas.microsoft.com/office/drawing/2014/main" id="{4113F3EA-E4F3-451A-BEB4-1F27E977FE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21">
              <a:extLst>
                <a:ext uri="{FF2B5EF4-FFF2-40B4-BE49-F238E27FC236}">
                  <a16:creationId xmlns:a16="http://schemas.microsoft.com/office/drawing/2014/main" id="{402DB613-E430-44B1-B1A1-0F85315847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22">
              <a:extLst>
                <a:ext uri="{FF2B5EF4-FFF2-40B4-BE49-F238E27FC236}">
                  <a16:creationId xmlns:a16="http://schemas.microsoft.com/office/drawing/2014/main" id="{5B5F7126-E219-449C-8D80-ED6D37A9A4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E3151108-53A6-4587-A1C2-CB3190DBD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657602" y="-30"/>
            <a:ext cx="2356675" cy="6853284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59" name="Freeform 27">
              <a:extLst>
                <a:ext uri="{FF2B5EF4-FFF2-40B4-BE49-F238E27FC236}">
                  <a16:creationId xmlns:a16="http://schemas.microsoft.com/office/drawing/2014/main" id="{1DE42585-D00C-4684-B1A0-026BA0A0F6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28">
              <a:extLst>
                <a:ext uri="{FF2B5EF4-FFF2-40B4-BE49-F238E27FC236}">
                  <a16:creationId xmlns:a16="http://schemas.microsoft.com/office/drawing/2014/main" id="{C5268716-585D-4B24-ABD2-AF12EC9853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29">
              <a:extLst>
                <a:ext uri="{FF2B5EF4-FFF2-40B4-BE49-F238E27FC236}">
                  <a16:creationId xmlns:a16="http://schemas.microsoft.com/office/drawing/2014/main" id="{6DCAE570-EFF4-45F5-9F97-FC077DE1E6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30">
              <a:extLst>
                <a:ext uri="{FF2B5EF4-FFF2-40B4-BE49-F238E27FC236}">
                  <a16:creationId xmlns:a16="http://schemas.microsoft.com/office/drawing/2014/main" id="{3BC94BD2-0699-45A5-9542-2EDCF3971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31">
              <a:extLst>
                <a:ext uri="{FF2B5EF4-FFF2-40B4-BE49-F238E27FC236}">
                  <a16:creationId xmlns:a16="http://schemas.microsoft.com/office/drawing/2014/main" id="{FF067475-7031-41B6-ACB3-6013E2563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32">
              <a:extLst>
                <a:ext uri="{FF2B5EF4-FFF2-40B4-BE49-F238E27FC236}">
                  <a16:creationId xmlns:a16="http://schemas.microsoft.com/office/drawing/2014/main" id="{367DED49-34B8-4862-8ED6-2E4E3D4139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33">
              <a:extLst>
                <a:ext uri="{FF2B5EF4-FFF2-40B4-BE49-F238E27FC236}">
                  <a16:creationId xmlns:a16="http://schemas.microsoft.com/office/drawing/2014/main" id="{68FD7647-AEA6-49CF-B582-F860432628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Freeform 34">
              <a:extLst>
                <a:ext uri="{FF2B5EF4-FFF2-40B4-BE49-F238E27FC236}">
                  <a16:creationId xmlns:a16="http://schemas.microsoft.com/office/drawing/2014/main" id="{1ABA044F-5911-42D4-9A6C-03E53228BC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Freeform 35">
              <a:extLst>
                <a:ext uri="{FF2B5EF4-FFF2-40B4-BE49-F238E27FC236}">
                  <a16:creationId xmlns:a16="http://schemas.microsoft.com/office/drawing/2014/main" id="{77F132DE-9A8C-43EA-BA67-E51AA70D35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Freeform 36">
              <a:extLst>
                <a:ext uri="{FF2B5EF4-FFF2-40B4-BE49-F238E27FC236}">
                  <a16:creationId xmlns:a16="http://schemas.microsoft.com/office/drawing/2014/main" id="{7F73D12E-A468-4F0C-91F1-362FB7D081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Freeform 37">
              <a:extLst>
                <a:ext uri="{FF2B5EF4-FFF2-40B4-BE49-F238E27FC236}">
                  <a16:creationId xmlns:a16="http://schemas.microsoft.com/office/drawing/2014/main" id="{34622036-2272-4833-A888-208BAE6499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Freeform 38">
              <a:extLst>
                <a:ext uri="{FF2B5EF4-FFF2-40B4-BE49-F238E27FC236}">
                  <a16:creationId xmlns:a16="http://schemas.microsoft.com/office/drawing/2014/main" id="{836BDD58-F307-46EE-B9E0-37A80D28E2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040D9AD-F97D-8DCF-97C2-FEE69475C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5066" y="2514600"/>
            <a:ext cx="5681134" cy="226278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37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Secure Pass</a:t>
            </a:r>
            <a:br>
              <a:rPr lang="en-US" sz="37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br>
              <a:rPr lang="en-US" sz="37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18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Maximiliano </a:t>
            </a:r>
            <a:r>
              <a:rPr lang="en-US" sz="1800" i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Abalos</a:t>
            </a:r>
            <a:br>
              <a:rPr lang="en-US" sz="18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18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Jose </a:t>
            </a:r>
            <a:r>
              <a:rPr lang="en-US" sz="1800" i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Puchulu</a:t>
            </a:r>
            <a:endParaRPr lang="en-US" sz="1800" i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8686D3AA-9377-4159-A088-4EB1D01E10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30378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4" name="Freeform 33">
            <a:extLst>
              <a:ext uri="{FF2B5EF4-FFF2-40B4-BE49-F238E27FC236}">
                <a16:creationId xmlns:a16="http://schemas.microsoft.com/office/drawing/2014/main" id="{27506871-B194-40FA-99D7-573E14B138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3657599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5" name="Picture 4" descr="A screen shot of a black background&#10;&#10;AI-generated content may be incorrect.">
            <a:extLst>
              <a:ext uri="{FF2B5EF4-FFF2-40B4-BE49-F238E27FC236}">
                <a16:creationId xmlns:a16="http://schemas.microsoft.com/office/drawing/2014/main" id="{BB540341-03DA-0598-1ED1-E38E6C8522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" b="862"/>
          <a:stretch>
            <a:fillRect/>
          </a:stretch>
        </p:blipFill>
        <p:spPr>
          <a:xfrm>
            <a:off x="20" y="10"/>
            <a:ext cx="3681027" cy="6853242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9882FA-049D-25F3-3F24-590E9D0F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89411" y="4529540"/>
            <a:ext cx="77976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lnSpc>
                <a:spcPct val="90000"/>
              </a:lnSpc>
              <a:spcAft>
                <a:spcPts val="600"/>
              </a:spcAft>
            </a:pPr>
            <a:fld id="{08AB70BE-1769-45B8-85A6-0C837432C7E6}" type="slidenum">
              <a:rPr lang="en-US" sz="1900" smtClean="0">
                <a:solidFill>
                  <a:srgbClr val="FEFFFF"/>
                </a:solidFill>
                <a:latin typeface="+mn-lt"/>
              </a:rPr>
              <a:pPr algn="r" defTabSz="914400">
                <a:lnSpc>
                  <a:spcPct val="90000"/>
                </a:lnSpc>
                <a:spcAft>
                  <a:spcPts val="600"/>
                </a:spcAft>
              </a:pPr>
              <a:t>1</a:t>
            </a:fld>
            <a:endParaRPr lang="en-US" sz="1900">
              <a:solidFill>
                <a:srgbClr val="FEFFFF"/>
              </a:solidFill>
              <a:latin typeface="+mn-lt"/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94EF1B13-E19C-D417-DBB1-8D8B76D5AC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1189" y="-786"/>
            <a:ext cx="1640811" cy="40336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441048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5D023AC-62C2-42A6-8F47-1B13E93F3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10" name="Freeform 11">
              <a:extLst>
                <a:ext uri="{FF2B5EF4-FFF2-40B4-BE49-F238E27FC236}">
                  <a16:creationId xmlns:a16="http://schemas.microsoft.com/office/drawing/2014/main" id="{5F3F3BDE-2140-489D-8253-04148340C2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2">
              <a:extLst>
                <a:ext uri="{FF2B5EF4-FFF2-40B4-BE49-F238E27FC236}">
                  <a16:creationId xmlns:a16="http://schemas.microsoft.com/office/drawing/2014/main" id="{BB0DEC0A-0272-4DAC-8198-CAE231F269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3">
              <a:extLst>
                <a:ext uri="{FF2B5EF4-FFF2-40B4-BE49-F238E27FC236}">
                  <a16:creationId xmlns:a16="http://schemas.microsoft.com/office/drawing/2014/main" id="{6465D358-7F51-49C1-B8D7-E4B47CBD6B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4">
              <a:extLst>
                <a:ext uri="{FF2B5EF4-FFF2-40B4-BE49-F238E27FC236}">
                  <a16:creationId xmlns:a16="http://schemas.microsoft.com/office/drawing/2014/main" id="{601831D6-EF1B-4BD3-880F-9E95AF180B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5">
              <a:extLst>
                <a:ext uri="{FF2B5EF4-FFF2-40B4-BE49-F238E27FC236}">
                  <a16:creationId xmlns:a16="http://schemas.microsoft.com/office/drawing/2014/main" id="{91140846-64D9-452C-B0E4-F3E4E3D2F8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6">
              <a:extLst>
                <a:ext uri="{FF2B5EF4-FFF2-40B4-BE49-F238E27FC236}">
                  <a16:creationId xmlns:a16="http://schemas.microsoft.com/office/drawing/2014/main" id="{BCFA9266-C641-497C-AAFE-359C3CB1B4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7">
              <a:extLst>
                <a:ext uri="{FF2B5EF4-FFF2-40B4-BE49-F238E27FC236}">
                  <a16:creationId xmlns:a16="http://schemas.microsoft.com/office/drawing/2014/main" id="{B0E4AADC-36C2-4D7F-95C4-0FFE91291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8">
              <a:extLst>
                <a:ext uri="{FF2B5EF4-FFF2-40B4-BE49-F238E27FC236}">
                  <a16:creationId xmlns:a16="http://schemas.microsoft.com/office/drawing/2014/main" id="{58CB9C53-A3EF-46B8-827F-F9BA4D44D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9">
              <a:extLst>
                <a:ext uri="{FF2B5EF4-FFF2-40B4-BE49-F238E27FC236}">
                  <a16:creationId xmlns:a16="http://schemas.microsoft.com/office/drawing/2014/main" id="{2044DE8F-DD7B-46F5-B6E0-CC1EF59725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20">
              <a:extLst>
                <a:ext uri="{FF2B5EF4-FFF2-40B4-BE49-F238E27FC236}">
                  <a16:creationId xmlns:a16="http://schemas.microsoft.com/office/drawing/2014/main" id="{BFB551BB-A1CB-4EB2-9476-1919E3AEFC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21">
              <a:extLst>
                <a:ext uri="{FF2B5EF4-FFF2-40B4-BE49-F238E27FC236}">
                  <a16:creationId xmlns:a16="http://schemas.microsoft.com/office/drawing/2014/main" id="{A0B5AA31-6CA8-48E4-AB3A-D27C72861C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2">
              <a:extLst>
                <a:ext uri="{FF2B5EF4-FFF2-40B4-BE49-F238E27FC236}">
                  <a16:creationId xmlns:a16="http://schemas.microsoft.com/office/drawing/2014/main" id="{22242CAF-53F4-47AD-8DE5-FAD9D6E32F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D23B1CF-992B-455E-80B8-A03C1F9E57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30"/>
            <a:ext cx="2356675" cy="6853284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24" name="Freeform 27">
              <a:extLst>
                <a:ext uri="{FF2B5EF4-FFF2-40B4-BE49-F238E27FC236}">
                  <a16:creationId xmlns:a16="http://schemas.microsoft.com/office/drawing/2014/main" id="{3621E401-BCCC-4591-AFB6-FF4F6F0CF0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8">
              <a:extLst>
                <a:ext uri="{FF2B5EF4-FFF2-40B4-BE49-F238E27FC236}">
                  <a16:creationId xmlns:a16="http://schemas.microsoft.com/office/drawing/2014/main" id="{86FEBA9B-2268-4ED8-9FCF-90577FC4C2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9">
              <a:extLst>
                <a:ext uri="{FF2B5EF4-FFF2-40B4-BE49-F238E27FC236}">
                  <a16:creationId xmlns:a16="http://schemas.microsoft.com/office/drawing/2014/main" id="{5D43026A-1267-4751-BD09-0342C4E35C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30">
              <a:extLst>
                <a:ext uri="{FF2B5EF4-FFF2-40B4-BE49-F238E27FC236}">
                  <a16:creationId xmlns:a16="http://schemas.microsoft.com/office/drawing/2014/main" id="{B1F886CD-A0B6-4915-AC4E-577FFCDA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31">
              <a:extLst>
                <a:ext uri="{FF2B5EF4-FFF2-40B4-BE49-F238E27FC236}">
                  <a16:creationId xmlns:a16="http://schemas.microsoft.com/office/drawing/2014/main" id="{F8DB4C85-08BA-4299-B81B-EEC8C6807E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32">
              <a:extLst>
                <a:ext uri="{FF2B5EF4-FFF2-40B4-BE49-F238E27FC236}">
                  <a16:creationId xmlns:a16="http://schemas.microsoft.com/office/drawing/2014/main" id="{97DAFC9B-7A51-40C4-98A7-C3866A0E24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33">
              <a:extLst>
                <a:ext uri="{FF2B5EF4-FFF2-40B4-BE49-F238E27FC236}">
                  <a16:creationId xmlns:a16="http://schemas.microsoft.com/office/drawing/2014/main" id="{1697E377-0BD7-4269-8083-39DE597A8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4">
              <a:extLst>
                <a:ext uri="{FF2B5EF4-FFF2-40B4-BE49-F238E27FC236}">
                  <a16:creationId xmlns:a16="http://schemas.microsoft.com/office/drawing/2014/main" id="{A30A0322-A443-45F4-92DE-33E897D013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5">
              <a:extLst>
                <a:ext uri="{FF2B5EF4-FFF2-40B4-BE49-F238E27FC236}">
                  <a16:creationId xmlns:a16="http://schemas.microsoft.com/office/drawing/2014/main" id="{AA857B57-CB48-4CB3-AEB4-ED95BB41F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6">
              <a:extLst>
                <a:ext uri="{FF2B5EF4-FFF2-40B4-BE49-F238E27FC236}">
                  <a16:creationId xmlns:a16="http://schemas.microsoft.com/office/drawing/2014/main" id="{CFAA585E-8C81-4993-B1A5-722B92E2D2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7">
              <a:extLst>
                <a:ext uri="{FF2B5EF4-FFF2-40B4-BE49-F238E27FC236}">
                  <a16:creationId xmlns:a16="http://schemas.microsoft.com/office/drawing/2014/main" id="{F385A8F0-B4E5-4E4F-8CB7-52232701C5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8">
              <a:extLst>
                <a:ext uri="{FF2B5EF4-FFF2-40B4-BE49-F238E27FC236}">
                  <a16:creationId xmlns:a16="http://schemas.microsoft.com/office/drawing/2014/main" id="{270B92A0-E4C8-4624-9B4C-DF4D29011F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83692DF2-D2F9-452E-8E4F-5103B4D231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9" name="Freeform 11">
            <a:extLst>
              <a:ext uri="{FF2B5EF4-FFF2-40B4-BE49-F238E27FC236}">
                <a16:creationId xmlns:a16="http://schemas.microsoft.com/office/drawing/2014/main" id="{FAE7B874-F825-4748-AB77-79FD3F9B22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BE0789E-91A7-4246-978E-A17FE1BF95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795735" cy="6858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3C6C0BD2-8B3C-4042-B4EE-5DB7665A3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  <a:solidFill>
            <a:schemeClr val="bg2"/>
          </a:solidFill>
        </p:grpSpPr>
        <p:sp>
          <p:nvSpPr>
            <p:cNvPr id="44" name="Freeform 27">
              <a:extLst>
                <a:ext uri="{FF2B5EF4-FFF2-40B4-BE49-F238E27FC236}">
                  <a16:creationId xmlns:a16="http://schemas.microsoft.com/office/drawing/2014/main" id="{5F53669F-C1E6-43B8-AC6F-B44CE56BF7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28">
              <a:extLst>
                <a:ext uri="{FF2B5EF4-FFF2-40B4-BE49-F238E27FC236}">
                  <a16:creationId xmlns:a16="http://schemas.microsoft.com/office/drawing/2014/main" id="{53966C25-DAEA-4318-8FBC-EC6FF8F5A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29">
              <a:extLst>
                <a:ext uri="{FF2B5EF4-FFF2-40B4-BE49-F238E27FC236}">
                  <a16:creationId xmlns:a16="http://schemas.microsoft.com/office/drawing/2014/main" id="{ED6EA716-EAD4-4023-8673-0809A1E24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30">
              <a:extLst>
                <a:ext uri="{FF2B5EF4-FFF2-40B4-BE49-F238E27FC236}">
                  <a16:creationId xmlns:a16="http://schemas.microsoft.com/office/drawing/2014/main" id="{84261748-EFC0-4729-A7BB-A88FDAF6FA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31">
              <a:extLst>
                <a:ext uri="{FF2B5EF4-FFF2-40B4-BE49-F238E27FC236}">
                  <a16:creationId xmlns:a16="http://schemas.microsoft.com/office/drawing/2014/main" id="{2C14F808-CC69-494F-98AC-CB750416C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32">
              <a:extLst>
                <a:ext uri="{FF2B5EF4-FFF2-40B4-BE49-F238E27FC236}">
                  <a16:creationId xmlns:a16="http://schemas.microsoft.com/office/drawing/2014/main" id="{F1CA3607-84D0-4085-A363-796A17B1D7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33">
              <a:extLst>
                <a:ext uri="{FF2B5EF4-FFF2-40B4-BE49-F238E27FC236}">
                  <a16:creationId xmlns:a16="http://schemas.microsoft.com/office/drawing/2014/main" id="{491E6160-2958-4A90-8B50-EDA182AAB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34">
              <a:extLst>
                <a:ext uri="{FF2B5EF4-FFF2-40B4-BE49-F238E27FC236}">
                  <a16:creationId xmlns:a16="http://schemas.microsoft.com/office/drawing/2014/main" id="{559F6CB7-E057-499B-A859-3602769892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35">
              <a:extLst>
                <a:ext uri="{FF2B5EF4-FFF2-40B4-BE49-F238E27FC236}">
                  <a16:creationId xmlns:a16="http://schemas.microsoft.com/office/drawing/2014/main" id="{FF12353D-CF89-4D03-8075-C161824E2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36">
              <a:extLst>
                <a:ext uri="{FF2B5EF4-FFF2-40B4-BE49-F238E27FC236}">
                  <a16:creationId xmlns:a16="http://schemas.microsoft.com/office/drawing/2014/main" id="{5B91C9D6-FAF2-445B-AF1B-43992602A9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37">
              <a:extLst>
                <a:ext uri="{FF2B5EF4-FFF2-40B4-BE49-F238E27FC236}">
                  <a16:creationId xmlns:a16="http://schemas.microsoft.com/office/drawing/2014/main" id="{570F7A1D-86B1-4AD1-B4A3-9AE2A52C85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38">
              <a:extLst>
                <a:ext uri="{FF2B5EF4-FFF2-40B4-BE49-F238E27FC236}">
                  <a16:creationId xmlns:a16="http://schemas.microsoft.com/office/drawing/2014/main" id="{52C6EBA8-95CC-4FE6-A8E4-3A6911E8A4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19504103-6319-C1BA-994F-97D3A9F1A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056" y="1093380"/>
            <a:ext cx="3068182" cy="46712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3300">
                <a:solidFill>
                  <a:schemeClr val="tx1">
                    <a:lumMod val="85000"/>
                    <a:lumOff val="15000"/>
                  </a:schemeClr>
                </a:solidFill>
              </a:rPr>
              <a:t>Problemática</a:t>
            </a:r>
          </a:p>
        </p:txBody>
      </p:sp>
      <p:sp>
        <p:nvSpPr>
          <p:cNvPr id="57" name="Freeform 11">
            <a:extLst>
              <a:ext uri="{FF2B5EF4-FFF2-40B4-BE49-F238E27FC236}">
                <a16:creationId xmlns:a16="http://schemas.microsoft.com/office/drawing/2014/main" id="{15EDA122-4530-45D2-A70A-B1A967AAE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179901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1DBFA3-4929-EF34-6EC0-62D2B68178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8548" y="3246438"/>
            <a:ext cx="59688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fld id="{08AB70BE-1769-45B8-85A6-0C837432C7E6}" type="slidenum">
              <a:rPr lang="en-US" sz="1900">
                <a:solidFill>
                  <a:srgbClr val="FFFFFF"/>
                </a:solidFill>
                <a:latin typeface="+mn-lt"/>
              </a:rPr>
              <a:pPr algn="r">
                <a:lnSpc>
                  <a:spcPct val="90000"/>
                </a:lnSpc>
                <a:spcAft>
                  <a:spcPts val="600"/>
                </a:spcAft>
              </a:pPr>
              <a:t>2</a:t>
            </a:fld>
            <a:endParaRPr lang="en-US" sz="19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782F52E-0F94-4BFC-9F89-B054DDEAB9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736" y="0"/>
            <a:ext cx="7396264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7927D6-AFA7-348E-8C32-400C1E6F321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285509" y="1093380"/>
            <a:ext cx="6219103" cy="467925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Font typeface="Wingdings 3" charset="2"/>
              <a:buChar char=""/>
            </a:pPr>
            <a:r>
              <a:rPr lang="en-US"/>
              <a:t>El problema que busca resolver este proyecto es la falta de soluciones seguras y locales para el almacenamiento de contraseñas y passkeys en dispositivos móviles. Actualmente, la mayoría de las aplicaciones de gestión de credenciales dependen de la nube, lo que introduce riesgos de exposición de datos, dependencia de terceros y necesidad de conectividad constante.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E83236-8C42-E806-9D4F-C22D895940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1189" y="-786"/>
            <a:ext cx="1640811" cy="40336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5670174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roup 107">
            <a:extLst>
              <a:ext uri="{FF2B5EF4-FFF2-40B4-BE49-F238E27FC236}">
                <a16:creationId xmlns:a16="http://schemas.microsoft.com/office/drawing/2014/main" id="{6B28271E-9555-42CD-BD73-34342E2C88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109" name="Freeform 11">
              <a:extLst>
                <a:ext uri="{FF2B5EF4-FFF2-40B4-BE49-F238E27FC236}">
                  <a16:creationId xmlns:a16="http://schemas.microsoft.com/office/drawing/2014/main" id="{6BD4240E-6DDD-4EE5-A78F-73FA03FFB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Freeform 12">
              <a:extLst>
                <a:ext uri="{FF2B5EF4-FFF2-40B4-BE49-F238E27FC236}">
                  <a16:creationId xmlns:a16="http://schemas.microsoft.com/office/drawing/2014/main" id="{EF140C05-5A32-4121-BA59-39C09D2186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1" name="Freeform 13">
              <a:extLst>
                <a:ext uri="{FF2B5EF4-FFF2-40B4-BE49-F238E27FC236}">
                  <a16:creationId xmlns:a16="http://schemas.microsoft.com/office/drawing/2014/main" id="{22E56440-2EF9-456B-A139-1EE8EAD955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Freeform 14">
              <a:extLst>
                <a:ext uri="{FF2B5EF4-FFF2-40B4-BE49-F238E27FC236}">
                  <a16:creationId xmlns:a16="http://schemas.microsoft.com/office/drawing/2014/main" id="{B9475300-3C94-4891-8DC1-32A481BC92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Freeform 15">
              <a:extLst>
                <a:ext uri="{FF2B5EF4-FFF2-40B4-BE49-F238E27FC236}">
                  <a16:creationId xmlns:a16="http://schemas.microsoft.com/office/drawing/2014/main" id="{1CFB1402-A2ED-4D11-874C-0AB6FF4D28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4" name="Freeform 16">
              <a:extLst>
                <a:ext uri="{FF2B5EF4-FFF2-40B4-BE49-F238E27FC236}">
                  <a16:creationId xmlns:a16="http://schemas.microsoft.com/office/drawing/2014/main" id="{E0FE3BE1-58D7-46C0-AE4E-B175438933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5" name="Freeform 17">
              <a:extLst>
                <a:ext uri="{FF2B5EF4-FFF2-40B4-BE49-F238E27FC236}">
                  <a16:creationId xmlns:a16="http://schemas.microsoft.com/office/drawing/2014/main" id="{4498F76B-1EB5-4825-B5A5-B67DD6F8E5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6" name="Freeform 18">
              <a:extLst>
                <a:ext uri="{FF2B5EF4-FFF2-40B4-BE49-F238E27FC236}">
                  <a16:creationId xmlns:a16="http://schemas.microsoft.com/office/drawing/2014/main" id="{7E7BF4CC-6307-4B94-9A6F-13CE0FA3BF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7" name="Freeform 19">
              <a:extLst>
                <a:ext uri="{FF2B5EF4-FFF2-40B4-BE49-F238E27FC236}">
                  <a16:creationId xmlns:a16="http://schemas.microsoft.com/office/drawing/2014/main" id="{EF0043F8-898A-4BEE-8EFB-902C0EF25A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" name="Freeform 20">
              <a:extLst>
                <a:ext uri="{FF2B5EF4-FFF2-40B4-BE49-F238E27FC236}">
                  <a16:creationId xmlns:a16="http://schemas.microsoft.com/office/drawing/2014/main" id="{CE793A4A-9FAE-4C74-904A-E586185E00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" name="Freeform 21">
              <a:extLst>
                <a:ext uri="{FF2B5EF4-FFF2-40B4-BE49-F238E27FC236}">
                  <a16:creationId xmlns:a16="http://schemas.microsoft.com/office/drawing/2014/main" id="{4DBD540B-DF85-4B25-899B-35EC608D2E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0" name="Freeform 22">
              <a:extLst>
                <a:ext uri="{FF2B5EF4-FFF2-40B4-BE49-F238E27FC236}">
                  <a16:creationId xmlns:a16="http://schemas.microsoft.com/office/drawing/2014/main" id="{3753F73A-23B3-4FAA-A620-BD721A126B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8267D78B-5467-413E-AA16-317DC14DE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30"/>
            <a:ext cx="2356675" cy="6853284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123" name="Freeform 27">
              <a:extLst>
                <a:ext uri="{FF2B5EF4-FFF2-40B4-BE49-F238E27FC236}">
                  <a16:creationId xmlns:a16="http://schemas.microsoft.com/office/drawing/2014/main" id="{DB4FB125-4A45-46ED-BB4C-57BB75D98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" name="Freeform 28">
              <a:extLst>
                <a:ext uri="{FF2B5EF4-FFF2-40B4-BE49-F238E27FC236}">
                  <a16:creationId xmlns:a16="http://schemas.microsoft.com/office/drawing/2014/main" id="{E3598A84-A979-4879-8893-B8318DCE6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5" name="Freeform 29">
              <a:extLst>
                <a:ext uri="{FF2B5EF4-FFF2-40B4-BE49-F238E27FC236}">
                  <a16:creationId xmlns:a16="http://schemas.microsoft.com/office/drawing/2014/main" id="{112EB207-FB2F-4573-8255-F21ADC664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6" name="Freeform 30">
              <a:extLst>
                <a:ext uri="{FF2B5EF4-FFF2-40B4-BE49-F238E27FC236}">
                  <a16:creationId xmlns:a16="http://schemas.microsoft.com/office/drawing/2014/main" id="{A3484ADB-0708-464C-8AED-81B67BE557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7" name="Freeform 31">
              <a:extLst>
                <a:ext uri="{FF2B5EF4-FFF2-40B4-BE49-F238E27FC236}">
                  <a16:creationId xmlns:a16="http://schemas.microsoft.com/office/drawing/2014/main" id="{1266C770-33FF-4943-AACF-26ABEE311C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8" name="Freeform 32">
              <a:extLst>
                <a:ext uri="{FF2B5EF4-FFF2-40B4-BE49-F238E27FC236}">
                  <a16:creationId xmlns:a16="http://schemas.microsoft.com/office/drawing/2014/main" id="{C2F7E316-AFCD-45C6-B641-0EBDF4737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9" name="Freeform 33">
              <a:extLst>
                <a:ext uri="{FF2B5EF4-FFF2-40B4-BE49-F238E27FC236}">
                  <a16:creationId xmlns:a16="http://schemas.microsoft.com/office/drawing/2014/main" id="{CF53548F-37E3-4E7B-96DD-FDB6DB7C04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0" name="Freeform 34">
              <a:extLst>
                <a:ext uri="{FF2B5EF4-FFF2-40B4-BE49-F238E27FC236}">
                  <a16:creationId xmlns:a16="http://schemas.microsoft.com/office/drawing/2014/main" id="{15551288-4951-4542-8F8C-47E81FEE28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1" name="Freeform 35">
              <a:extLst>
                <a:ext uri="{FF2B5EF4-FFF2-40B4-BE49-F238E27FC236}">
                  <a16:creationId xmlns:a16="http://schemas.microsoft.com/office/drawing/2014/main" id="{F7A81699-A895-4857-971F-AF0BB39B6E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2" name="Freeform 36">
              <a:extLst>
                <a:ext uri="{FF2B5EF4-FFF2-40B4-BE49-F238E27FC236}">
                  <a16:creationId xmlns:a16="http://schemas.microsoft.com/office/drawing/2014/main" id="{0FB9E957-B609-48F1-A907-D42E8CC60E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" name="Freeform 37">
              <a:extLst>
                <a:ext uri="{FF2B5EF4-FFF2-40B4-BE49-F238E27FC236}">
                  <a16:creationId xmlns:a16="http://schemas.microsoft.com/office/drawing/2014/main" id="{1DB202BD-DA2A-42A1-979D-E66957BD0E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" name="Freeform 38">
              <a:extLst>
                <a:ext uri="{FF2B5EF4-FFF2-40B4-BE49-F238E27FC236}">
                  <a16:creationId xmlns:a16="http://schemas.microsoft.com/office/drawing/2014/main" id="{B56C813B-29AB-460E-A49D-A44263DBD5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6" name="Rectangle 135">
            <a:extLst>
              <a:ext uri="{FF2B5EF4-FFF2-40B4-BE49-F238E27FC236}">
                <a16:creationId xmlns:a16="http://schemas.microsoft.com/office/drawing/2014/main" id="{02C63E57-6267-4B3F-B340-7BB32196E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8" name="Freeform 11">
            <a:extLst>
              <a:ext uri="{FF2B5EF4-FFF2-40B4-BE49-F238E27FC236}">
                <a16:creationId xmlns:a16="http://schemas.microsoft.com/office/drawing/2014/main" id="{9B69918D-3001-4338-8904-380A53B2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 useBgFill="1">
        <p:nvSpPr>
          <p:cNvPr id="140" name="Rectangle 139">
            <a:extLst>
              <a:ext uri="{FF2B5EF4-FFF2-40B4-BE49-F238E27FC236}">
                <a16:creationId xmlns:a16="http://schemas.microsoft.com/office/drawing/2014/main" id="{AFC5700F-7321-4B30-B1DC-BC4F2165BB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7620" y="-1"/>
            <a:ext cx="1220724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42" name="Freeform 11">
            <a:extLst>
              <a:ext uri="{FF2B5EF4-FFF2-40B4-BE49-F238E27FC236}">
                <a16:creationId xmlns:a16="http://schemas.microsoft.com/office/drawing/2014/main" id="{8F50300C-C744-4948-BE34-534215C746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4645704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5" name="Picture 4" descr="A yellow and black padlock&#10;&#10;AI-generated content may be incorrect.">
            <a:extLst>
              <a:ext uri="{FF2B5EF4-FFF2-40B4-BE49-F238E27FC236}">
                <a16:creationId xmlns:a16="http://schemas.microsoft.com/office/drawing/2014/main" id="{CFB5C0AD-FA68-EC57-FBDB-C029CE8324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532" r="16576" b="-4"/>
          <a:stretch>
            <a:fillRect/>
          </a:stretch>
        </p:blipFill>
        <p:spPr>
          <a:xfrm>
            <a:off x="20" y="1731"/>
            <a:ext cx="4655830" cy="6858000"/>
          </a:xfrm>
          <a:prstGeom prst="rect">
            <a:avLst/>
          </a:prstGeom>
        </p:spPr>
      </p:pic>
      <p:grpSp>
        <p:nvGrpSpPr>
          <p:cNvPr id="144" name="Group 143">
            <a:extLst>
              <a:ext uri="{FF2B5EF4-FFF2-40B4-BE49-F238E27FC236}">
                <a16:creationId xmlns:a16="http://schemas.microsoft.com/office/drawing/2014/main" id="{3EF50F21-ED59-4E25-B7BC-73AD45B395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54305" y="228600"/>
            <a:ext cx="2851523" cy="6638625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145" name="Freeform 11">
              <a:extLst>
                <a:ext uri="{FF2B5EF4-FFF2-40B4-BE49-F238E27FC236}">
                  <a16:creationId xmlns:a16="http://schemas.microsoft.com/office/drawing/2014/main" id="{B4BBD743-AED0-444D-9902-8DB24436ED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6" name="Freeform 12">
              <a:extLst>
                <a:ext uri="{FF2B5EF4-FFF2-40B4-BE49-F238E27FC236}">
                  <a16:creationId xmlns:a16="http://schemas.microsoft.com/office/drawing/2014/main" id="{AD54B70A-5178-48BC-B033-10C4CA75E2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7" name="Freeform 13">
              <a:extLst>
                <a:ext uri="{FF2B5EF4-FFF2-40B4-BE49-F238E27FC236}">
                  <a16:creationId xmlns:a16="http://schemas.microsoft.com/office/drawing/2014/main" id="{20FBEA6E-CA5E-44BD-B307-ABC9ECECFB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8" name="Freeform 14">
              <a:extLst>
                <a:ext uri="{FF2B5EF4-FFF2-40B4-BE49-F238E27FC236}">
                  <a16:creationId xmlns:a16="http://schemas.microsoft.com/office/drawing/2014/main" id="{D99675B1-DB47-4C3A-AB88-AAFF5D482F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9" name="Freeform 15">
              <a:extLst>
                <a:ext uri="{FF2B5EF4-FFF2-40B4-BE49-F238E27FC236}">
                  <a16:creationId xmlns:a16="http://schemas.microsoft.com/office/drawing/2014/main" id="{E31454EC-7A3E-4AC8-AABC-52AA6AA7E8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0" name="Freeform 16">
              <a:extLst>
                <a:ext uri="{FF2B5EF4-FFF2-40B4-BE49-F238E27FC236}">
                  <a16:creationId xmlns:a16="http://schemas.microsoft.com/office/drawing/2014/main" id="{3109BB6F-A346-49B5-82E9-F2650BBF1B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1" name="Freeform 17">
              <a:extLst>
                <a:ext uri="{FF2B5EF4-FFF2-40B4-BE49-F238E27FC236}">
                  <a16:creationId xmlns:a16="http://schemas.microsoft.com/office/drawing/2014/main" id="{F81FA27F-C104-4E7D-BE92-7A2811CDD4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2" name="Freeform 18">
              <a:extLst>
                <a:ext uri="{FF2B5EF4-FFF2-40B4-BE49-F238E27FC236}">
                  <a16:creationId xmlns:a16="http://schemas.microsoft.com/office/drawing/2014/main" id="{B677B330-FB3E-4C6C-919C-12B90BE61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" name="Freeform 19">
              <a:extLst>
                <a:ext uri="{FF2B5EF4-FFF2-40B4-BE49-F238E27FC236}">
                  <a16:creationId xmlns:a16="http://schemas.microsoft.com/office/drawing/2014/main" id="{6BE1B8BD-E8A5-4794-81A6-F0AC9F3C94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" name="Freeform 20">
              <a:extLst>
                <a:ext uri="{FF2B5EF4-FFF2-40B4-BE49-F238E27FC236}">
                  <a16:creationId xmlns:a16="http://schemas.microsoft.com/office/drawing/2014/main" id="{18C329D0-2CD6-440D-8585-7BE8A81357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5" name="Freeform 21">
              <a:extLst>
                <a:ext uri="{FF2B5EF4-FFF2-40B4-BE49-F238E27FC236}">
                  <a16:creationId xmlns:a16="http://schemas.microsoft.com/office/drawing/2014/main" id="{DD7E021D-22D7-42E8-9DDE-FF9AB9482A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6" name="Freeform 22">
              <a:extLst>
                <a:ext uri="{FF2B5EF4-FFF2-40B4-BE49-F238E27FC236}">
                  <a16:creationId xmlns:a16="http://schemas.microsoft.com/office/drawing/2014/main" id="{7E3DAB05-2B17-4064-B002-E9BCAFE084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672F9DC4-C2C4-43CF-9C2C-2EE1826F77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1520" y="-30"/>
            <a:ext cx="2356675" cy="6853284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159" name="Freeform 27">
              <a:extLst>
                <a:ext uri="{FF2B5EF4-FFF2-40B4-BE49-F238E27FC236}">
                  <a16:creationId xmlns:a16="http://schemas.microsoft.com/office/drawing/2014/main" id="{4E0064C5-2224-49BF-884A-D0118AEABB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0" name="Freeform 28">
              <a:extLst>
                <a:ext uri="{FF2B5EF4-FFF2-40B4-BE49-F238E27FC236}">
                  <a16:creationId xmlns:a16="http://schemas.microsoft.com/office/drawing/2014/main" id="{0D33309E-8132-42DA-B37B-4CAF0F6D1D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1" name="Freeform 29">
              <a:extLst>
                <a:ext uri="{FF2B5EF4-FFF2-40B4-BE49-F238E27FC236}">
                  <a16:creationId xmlns:a16="http://schemas.microsoft.com/office/drawing/2014/main" id="{739DA087-BAEC-4E31-946D-3BA859C62E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2" name="Freeform 30">
              <a:extLst>
                <a:ext uri="{FF2B5EF4-FFF2-40B4-BE49-F238E27FC236}">
                  <a16:creationId xmlns:a16="http://schemas.microsoft.com/office/drawing/2014/main" id="{395F1535-595E-4F4C-BEC0-F2EA90625D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3" name="Freeform 31">
              <a:extLst>
                <a:ext uri="{FF2B5EF4-FFF2-40B4-BE49-F238E27FC236}">
                  <a16:creationId xmlns:a16="http://schemas.microsoft.com/office/drawing/2014/main" id="{FFFD4D55-2142-47EB-B7EB-5C049C731E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" name="Freeform 32">
              <a:extLst>
                <a:ext uri="{FF2B5EF4-FFF2-40B4-BE49-F238E27FC236}">
                  <a16:creationId xmlns:a16="http://schemas.microsoft.com/office/drawing/2014/main" id="{22CAF07E-CB2F-438A-AD2E-86E3A409B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5" name="Freeform 33">
              <a:extLst>
                <a:ext uri="{FF2B5EF4-FFF2-40B4-BE49-F238E27FC236}">
                  <a16:creationId xmlns:a16="http://schemas.microsoft.com/office/drawing/2014/main" id="{148C41FD-1EDA-45D8-AAA4-E79A761984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6" name="Freeform 34">
              <a:extLst>
                <a:ext uri="{FF2B5EF4-FFF2-40B4-BE49-F238E27FC236}">
                  <a16:creationId xmlns:a16="http://schemas.microsoft.com/office/drawing/2014/main" id="{3D1F13F1-22C7-4224-85FE-622B9F3C9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7" name="Freeform 35">
              <a:extLst>
                <a:ext uri="{FF2B5EF4-FFF2-40B4-BE49-F238E27FC236}">
                  <a16:creationId xmlns:a16="http://schemas.microsoft.com/office/drawing/2014/main" id="{0AD99730-19F0-4DB7-8108-25AF31361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8" name="Freeform 36">
              <a:extLst>
                <a:ext uri="{FF2B5EF4-FFF2-40B4-BE49-F238E27FC236}">
                  <a16:creationId xmlns:a16="http://schemas.microsoft.com/office/drawing/2014/main" id="{143A6D61-3504-4654-982B-80B7F0B5BD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9" name="Freeform 37">
              <a:extLst>
                <a:ext uri="{FF2B5EF4-FFF2-40B4-BE49-F238E27FC236}">
                  <a16:creationId xmlns:a16="http://schemas.microsoft.com/office/drawing/2014/main" id="{990038CA-7285-43A9-A8FE-30824AC14B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0" name="Freeform 38">
              <a:extLst>
                <a:ext uri="{FF2B5EF4-FFF2-40B4-BE49-F238E27FC236}">
                  <a16:creationId xmlns:a16="http://schemas.microsoft.com/office/drawing/2014/main" id="{0346AEBE-37DC-4BAB-B50D-E0D7638434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8ECD88-7563-0E2D-38D6-262477CFE5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81705" y="787782"/>
            <a:ext cx="77976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lnSpc>
                <a:spcPct val="90000"/>
              </a:lnSpc>
              <a:spcAft>
                <a:spcPts val="600"/>
              </a:spcAft>
            </a:pPr>
            <a:fld id="{08AB70BE-1769-45B8-85A6-0C837432C7E6}" type="slidenum">
              <a:rPr lang="en-US" sz="1900" smtClean="0">
                <a:solidFill>
                  <a:srgbClr val="FEFFFF"/>
                </a:solidFill>
                <a:latin typeface="+mn-lt"/>
              </a:rPr>
              <a:pPr algn="r" defTabSz="914400">
                <a:lnSpc>
                  <a:spcPct val="90000"/>
                </a:lnSpc>
                <a:spcAft>
                  <a:spcPts val="600"/>
                </a:spcAft>
              </a:pPr>
              <a:t>3</a:t>
            </a:fld>
            <a:endParaRPr lang="en-US" sz="1900">
              <a:solidFill>
                <a:srgbClr val="FEFFFF"/>
              </a:solidFill>
              <a:latin typeface="+mn-lt"/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B282789-4F8B-D647-09EB-50D8FF687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3096" y="624110"/>
            <a:ext cx="5021516" cy="128089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Secure Pass</a:t>
            </a:r>
            <a:b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6CA72FCB-DBCC-435A-838B-682978F479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CE0F204D-A372-6320-019D-AF01DFE4FC1C}"/>
              </a:ext>
            </a:extLst>
          </p:cNvPr>
          <p:cNvSpPr txBox="1">
            <a:spLocks/>
          </p:cNvSpPr>
          <p:nvPr/>
        </p:nvSpPr>
        <p:spPr>
          <a:xfrm>
            <a:off x="6438191" y="2133600"/>
            <a:ext cx="5066419" cy="37776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>
              <a:buClr>
                <a:schemeClr val="accent1"/>
              </a:buClr>
              <a:buFont typeface="Wingdings 3" charset="2"/>
              <a:buChar char=""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Lo que se espera lograr con este proyecto es el desarrollo de una </a:t>
            </a:r>
            <a:r>
              <a:rPr 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aplicación Android segura</a:t>
            </a: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 que permita a los usuarios </a:t>
            </a:r>
            <a:r>
              <a:rPr 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almacenar y gestionar passkeys de manera local.</a:t>
            </a:r>
            <a:b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07FEAE2A-7E52-F544-E0BD-4BFBCF801D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1189" y="-786"/>
            <a:ext cx="1640811" cy="40336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124175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roup 61">
            <a:extLst>
              <a:ext uri="{FF2B5EF4-FFF2-40B4-BE49-F238E27FC236}">
                <a16:creationId xmlns:a16="http://schemas.microsoft.com/office/drawing/2014/main" id="{B5D023AC-62C2-42A6-8F47-1B13E93F3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63" name="Freeform 11">
              <a:extLst>
                <a:ext uri="{FF2B5EF4-FFF2-40B4-BE49-F238E27FC236}">
                  <a16:creationId xmlns:a16="http://schemas.microsoft.com/office/drawing/2014/main" id="{5F3F3BDE-2140-489D-8253-04148340C2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12">
              <a:extLst>
                <a:ext uri="{FF2B5EF4-FFF2-40B4-BE49-F238E27FC236}">
                  <a16:creationId xmlns:a16="http://schemas.microsoft.com/office/drawing/2014/main" id="{BB0DEC0A-0272-4DAC-8198-CAE231F269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13">
              <a:extLst>
                <a:ext uri="{FF2B5EF4-FFF2-40B4-BE49-F238E27FC236}">
                  <a16:creationId xmlns:a16="http://schemas.microsoft.com/office/drawing/2014/main" id="{6465D358-7F51-49C1-B8D7-E4B47CBD6B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Freeform 14">
              <a:extLst>
                <a:ext uri="{FF2B5EF4-FFF2-40B4-BE49-F238E27FC236}">
                  <a16:creationId xmlns:a16="http://schemas.microsoft.com/office/drawing/2014/main" id="{601831D6-EF1B-4BD3-880F-9E95AF180B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Freeform 15">
              <a:extLst>
                <a:ext uri="{FF2B5EF4-FFF2-40B4-BE49-F238E27FC236}">
                  <a16:creationId xmlns:a16="http://schemas.microsoft.com/office/drawing/2014/main" id="{91140846-64D9-452C-B0E4-F3E4E3D2F8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Freeform 16">
              <a:extLst>
                <a:ext uri="{FF2B5EF4-FFF2-40B4-BE49-F238E27FC236}">
                  <a16:creationId xmlns:a16="http://schemas.microsoft.com/office/drawing/2014/main" id="{BCFA9266-C641-497C-AAFE-359C3CB1B4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Freeform 17">
              <a:extLst>
                <a:ext uri="{FF2B5EF4-FFF2-40B4-BE49-F238E27FC236}">
                  <a16:creationId xmlns:a16="http://schemas.microsoft.com/office/drawing/2014/main" id="{B0E4AADC-36C2-4D7F-95C4-0FFE91291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Freeform 18">
              <a:extLst>
                <a:ext uri="{FF2B5EF4-FFF2-40B4-BE49-F238E27FC236}">
                  <a16:creationId xmlns:a16="http://schemas.microsoft.com/office/drawing/2014/main" id="{58CB9C53-A3EF-46B8-827F-F9BA4D44D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Freeform 19">
              <a:extLst>
                <a:ext uri="{FF2B5EF4-FFF2-40B4-BE49-F238E27FC236}">
                  <a16:creationId xmlns:a16="http://schemas.microsoft.com/office/drawing/2014/main" id="{2044DE8F-DD7B-46F5-B6E0-CC1EF59725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Freeform 20">
              <a:extLst>
                <a:ext uri="{FF2B5EF4-FFF2-40B4-BE49-F238E27FC236}">
                  <a16:creationId xmlns:a16="http://schemas.microsoft.com/office/drawing/2014/main" id="{BFB551BB-A1CB-4EB2-9476-1919E3AEFC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Freeform 21">
              <a:extLst>
                <a:ext uri="{FF2B5EF4-FFF2-40B4-BE49-F238E27FC236}">
                  <a16:creationId xmlns:a16="http://schemas.microsoft.com/office/drawing/2014/main" id="{A0B5AA31-6CA8-48E4-AB3A-D27C72861C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Freeform 22">
              <a:extLst>
                <a:ext uri="{FF2B5EF4-FFF2-40B4-BE49-F238E27FC236}">
                  <a16:creationId xmlns:a16="http://schemas.microsoft.com/office/drawing/2014/main" id="{22242CAF-53F4-47AD-8DE5-FAD9D6E32F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3D23B1CF-992B-455E-80B8-A03C1F9E57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30"/>
            <a:ext cx="2356675" cy="6853284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77" name="Freeform 27">
              <a:extLst>
                <a:ext uri="{FF2B5EF4-FFF2-40B4-BE49-F238E27FC236}">
                  <a16:creationId xmlns:a16="http://schemas.microsoft.com/office/drawing/2014/main" id="{3621E401-BCCC-4591-AFB6-FF4F6F0CF0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Freeform 28">
              <a:extLst>
                <a:ext uri="{FF2B5EF4-FFF2-40B4-BE49-F238E27FC236}">
                  <a16:creationId xmlns:a16="http://schemas.microsoft.com/office/drawing/2014/main" id="{86FEBA9B-2268-4ED8-9FCF-90577FC4C2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Freeform 29">
              <a:extLst>
                <a:ext uri="{FF2B5EF4-FFF2-40B4-BE49-F238E27FC236}">
                  <a16:creationId xmlns:a16="http://schemas.microsoft.com/office/drawing/2014/main" id="{5D43026A-1267-4751-BD09-0342C4E35C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Freeform 30">
              <a:extLst>
                <a:ext uri="{FF2B5EF4-FFF2-40B4-BE49-F238E27FC236}">
                  <a16:creationId xmlns:a16="http://schemas.microsoft.com/office/drawing/2014/main" id="{B1F886CD-A0B6-4915-AC4E-577FFCDA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Freeform 31">
              <a:extLst>
                <a:ext uri="{FF2B5EF4-FFF2-40B4-BE49-F238E27FC236}">
                  <a16:creationId xmlns:a16="http://schemas.microsoft.com/office/drawing/2014/main" id="{F8DB4C85-08BA-4299-B81B-EEC8C6807E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Freeform 32">
              <a:extLst>
                <a:ext uri="{FF2B5EF4-FFF2-40B4-BE49-F238E27FC236}">
                  <a16:creationId xmlns:a16="http://schemas.microsoft.com/office/drawing/2014/main" id="{97DAFC9B-7A51-40C4-98A7-C3866A0E24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Freeform 33">
              <a:extLst>
                <a:ext uri="{FF2B5EF4-FFF2-40B4-BE49-F238E27FC236}">
                  <a16:creationId xmlns:a16="http://schemas.microsoft.com/office/drawing/2014/main" id="{1697E377-0BD7-4269-8083-39DE597A8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Freeform 34">
              <a:extLst>
                <a:ext uri="{FF2B5EF4-FFF2-40B4-BE49-F238E27FC236}">
                  <a16:creationId xmlns:a16="http://schemas.microsoft.com/office/drawing/2014/main" id="{A30A0322-A443-45F4-92DE-33E897D013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Freeform 35">
              <a:extLst>
                <a:ext uri="{FF2B5EF4-FFF2-40B4-BE49-F238E27FC236}">
                  <a16:creationId xmlns:a16="http://schemas.microsoft.com/office/drawing/2014/main" id="{AA857B57-CB48-4CB3-AEB4-ED95BB41F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Freeform 36">
              <a:extLst>
                <a:ext uri="{FF2B5EF4-FFF2-40B4-BE49-F238E27FC236}">
                  <a16:creationId xmlns:a16="http://schemas.microsoft.com/office/drawing/2014/main" id="{CFAA585E-8C81-4993-B1A5-722B92E2D2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Freeform 37">
              <a:extLst>
                <a:ext uri="{FF2B5EF4-FFF2-40B4-BE49-F238E27FC236}">
                  <a16:creationId xmlns:a16="http://schemas.microsoft.com/office/drawing/2014/main" id="{F385A8F0-B4E5-4E4F-8CB7-52232701C5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Freeform 38">
              <a:extLst>
                <a:ext uri="{FF2B5EF4-FFF2-40B4-BE49-F238E27FC236}">
                  <a16:creationId xmlns:a16="http://schemas.microsoft.com/office/drawing/2014/main" id="{270B92A0-E4C8-4624-9B4C-DF4D29011F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0" name="Rectangle 89">
            <a:extLst>
              <a:ext uri="{FF2B5EF4-FFF2-40B4-BE49-F238E27FC236}">
                <a16:creationId xmlns:a16="http://schemas.microsoft.com/office/drawing/2014/main" id="{83692DF2-D2F9-452E-8E4F-5103B4D231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2" name="Freeform 11">
            <a:extLst>
              <a:ext uri="{FF2B5EF4-FFF2-40B4-BE49-F238E27FC236}">
                <a16:creationId xmlns:a16="http://schemas.microsoft.com/office/drawing/2014/main" id="{FAE7B874-F825-4748-AB77-79FD3F9B22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 useBgFill="1">
        <p:nvSpPr>
          <p:cNvPr id="94" name="Rectangle 93">
            <a:extLst>
              <a:ext uri="{FF2B5EF4-FFF2-40B4-BE49-F238E27FC236}">
                <a16:creationId xmlns:a16="http://schemas.microsoft.com/office/drawing/2014/main" id="{66AFD431-09B7-42CA-BF39-9FE5DBE53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9711C96E-3D2D-48C8-AAB9-C1CB02D1D5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009967" y="0"/>
            <a:ext cx="6176982" cy="6853245"/>
            <a:chOff x="2487613" y="285750"/>
            <a:chExt cx="2428876" cy="5654676"/>
          </a:xfrm>
          <a:solidFill>
            <a:schemeClr val="accent1">
              <a:alpha val="30000"/>
            </a:schemeClr>
          </a:solidFill>
        </p:grpSpPr>
        <p:sp>
          <p:nvSpPr>
            <p:cNvPr id="97" name="Freeform 11">
              <a:extLst>
                <a:ext uri="{FF2B5EF4-FFF2-40B4-BE49-F238E27FC236}">
                  <a16:creationId xmlns:a16="http://schemas.microsoft.com/office/drawing/2014/main" id="{0D18AF42-7CD5-4754-91D4-1BE53B5D14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Freeform 12">
              <a:extLst>
                <a:ext uri="{FF2B5EF4-FFF2-40B4-BE49-F238E27FC236}">
                  <a16:creationId xmlns:a16="http://schemas.microsoft.com/office/drawing/2014/main" id="{A28C8F1A-9407-4D67-8250-D8923BC6DD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Freeform 13">
              <a:extLst>
                <a:ext uri="{FF2B5EF4-FFF2-40B4-BE49-F238E27FC236}">
                  <a16:creationId xmlns:a16="http://schemas.microsoft.com/office/drawing/2014/main" id="{5CE0A2B0-F7F1-442C-A287-CD6F729E28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Freeform 14">
              <a:extLst>
                <a:ext uri="{FF2B5EF4-FFF2-40B4-BE49-F238E27FC236}">
                  <a16:creationId xmlns:a16="http://schemas.microsoft.com/office/drawing/2014/main" id="{9E69CFA3-AE12-4EAF-A3A1-564BEEFEFA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Freeform 15">
              <a:extLst>
                <a:ext uri="{FF2B5EF4-FFF2-40B4-BE49-F238E27FC236}">
                  <a16:creationId xmlns:a16="http://schemas.microsoft.com/office/drawing/2014/main" id="{ECB64037-2AE8-4CA9-AD8E-7ACC8618F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Freeform 16">
              <a:extLst>
                <a:ext uri="{FF2B5EF4-FFF2-40B4-BE49-F238E27FC236}">
                  <a16:creationId xmlns:a16="http://schemas.microsoft.com/office/drawing/2014/main" id="{8D319B10-EE8E-453F-A137-D7EEFA2089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Freeform 17">
              <a:extLst>
                <a:ext uri="{FF2B5EF4-FFF2-40B4-BE49-F238E27FC236}">
                  <a16:creationId xmlns:a16="http://schemas.microsoft.com/office/drawing/2014/main" id="{3283F486-509C-4A42-8EED-794A991D2F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Freeform 18">
              <a:extLst>
                <a:ext uri="{FF2B5EF4-FFF2-40B4-BE49-F238E27FC236}">
                  <a16:creationId xmlns:a16="http://schemas.microsoft.com/office/drawing/2014/main" id="{EBBFBB12-E756-4386-9C17-CA57438389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Freeform 19">
              <a:extLst>
                <a:ext uri="{FF2B5EF4-FFF2-40B4-BE49-F238E27FC236}">
                  <a16:creationId xmlns:a16="http://schemas.microsoft.com/office/drawing/2014/main" id="{7ADD0E7E-F4A6-4B3F-8A2F-BCBFAFBA23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4" y="468286"/>
              <a:ext cx="1768475" cy="4262464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Freeform 20">
              <a:extLst>
                <a:ext uri="{FF2B5EF4-FFF2-40B4-BE49-F238E27FC236}">
                  <a16:creationId xmlns:a16="http://schemas.microsoft.com/office/drawing/2014/main" id="{C19FCFB7-5E71-4197-8EC7-2ACB6DB028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7" name="Freeform 21">
              <a:extLst>
                <a:ext uri="{FF2B5EF4-FFF2-40B4-BE49-F238E27FC236}">
                  <a16:creationId xmlns:a16="http://schemas.microsoft.com/office/drawing/2014/main" id="{EAA533FE-4903-48DD-A921-421A9C44AF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8" name="Freeform 22">
              <a:extLst>
                <a:ext uri="{FF2B5EF4-FFF2-40B4-BE49-F238E27FC236}">
                  <a16:creationId xmlns:a16="http://schemas.microsoft.com/office/drawing/2014/main" id="{54CC5D8E-0D6C-4021-B84E-5D6182C0E1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160027CB-3C27-FC4C-AEF9-685A21EA1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9756" y="1159566"/>
            <a:ext cx="3662939" cy="456826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err="1">
                <a:solidFill>
                  <a:schemeClr val="tx1"/>
                </a:solidFill>
              </a:rPr>
              <a:t>Objetivos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10" name="Freeform 6">
            <a:extLst>
              <a:ext uri="{FF2B5EF4-FFF2-40B4-BE49-F238E27FC236}">
                <a16:creationId xmlns:a16="http://schemas.microsoft.com/office/drawing/2014/main" id="{E7D63BAB-D0DB-4F66-92F9-4D2E0A2E5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643468"/>
            <a:ext cx="7560245" cy="5571066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25569D-4B51-26CD-C967-65D3F4059DB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37310" y="1286934"/>
            <a:ext cx="5292436" cy="428413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dirty="0" err="1">
                <a:solidFill>
                  <a:srgbClr val="FFFFFF"/>
                </a:solidFill>
              </a:rPr>
              <a:t>Implementar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una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b="1" dirty="0">
                <a:solidFill>
                  <a:srgbClr val="FFFFFF"/>
                </a:solidFill>
              </a:rPr>
              <a:t>base de </a:t>
            </a:r>
            <a:r>
              <a:rPr lang="en-US" b="1" dirty="0" err="1">
                <a:solidFill>
                  <a:srgbClr val="FFFFFF"/>
                </a:solidFill>
              </a:rPr>
              <a:t>datos</a:t>
            </a:r>
            <a:r>
              <a:rPr lang="en-US" dirty="0">
                <a:solidFill>
                  <a:srgbClr val="FFFFFF"/>
                </a:solidFill>
              </a:rPr>
              <a:t>.</a:t>
            </a:r>
          </a:p>
          <a:p>
            <a:pPr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dirty="0" err="1">
                <a:solidFill>
                  <a:srgbClr val="FFFFFF"/>
                </a:solidFill>
              </a:rPr>
              <a:t>Realizar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b="1" dirty="0" err="1">
                <a:solidFill>
                  <a:srgbClr val="FFFFFF"/>
                </a:solidFill>
              </a:rPr>
              <a:t>pruebas</a:t>
            </a:r>
            <a:r>
              <a:rPr lang="en-US" b="1" dirty="0">
                <a:solidFill>
                  <a:srgbClr val="FFFFFF"/>
                </a:solidFill>
              </a:rPr>
              <a:t> de </a:t>
            </a:r>
            <a:r>
              <a:rPr lang="en-US" b="1" dirty="0" err="1">
                <a:solidFill>
                  <a:srgbClr val="FFFFFF"/>
                </a:solidFill>
              </a:rPr>
              <a:t>validación</a:t>
            </a:r>
            <a:r>
              <a:rPr lang="en-US" b="1" dirty="0">
                <a:solidFill>
                  <a:srgbClr val="FFFFFF"/>
                </a:solidFill>
              </a:rPr>
              <a:t> de </a:t>
            </a:r>
            <a:r>
              <a:rPr lang="en-US" b="1" dirty="0" err="1">
                <a:solidFill>
                  <a:srgbClr val="FFFFFF"/>
                </a:solidFill>
              </a:rPr>
              <a:t>seguridad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frente</a:t>
            </a:r>
            <a:r>
              <a:rPr lang="en-US" dirty="0">
                <a:solidFill>
                  <a:srgbClr val="FFFFFF"/>
                </a:solidFill>
              </a:rPr>
              <a:t> a </a:t>
            </a:r>
            <a:r>
              <a:rPr lang="en-US" dirty="0" err="1">
                <a:solidFill>
                  <a:srgbClr val="FFFFFF"/>
                </a:solidFill>
              </a:rPr>
              <a:t>intentos</a:t>
            </a:r>
            <a:r>
              <a:rPr lang="en-US" dirty="0">
                <a:solidFill>
                  <a:srgbClr val="FFFFFF"/>
                </a:solidFill>
              </a:rPr>
              <a:t> de </a:t>
            </a:r>
            <a:r>
              <a:rPr lang="en-US" dirty="0" err="1">
                <a:solidFill>
                  <a:srgbClr val="FFFFFF"/>
                </a:solidFill>
              </a:rPr>
              <a:t>extracción</a:t>
            </a:r>
            <a:r>
              <a:rPr lang="en-US" dirty="0">
                <a:solidFill>
                  <a:srgbClr val="FFFFFF"/>
                </a:solidFill>
              </a:rPr>
              <a:t> y </a:t>
            </a:r>
            <a:r>
              <a:rPr lang="en-US" dirty="0" err="1">
                <a:solidFill>
                  <a:srgbClr val="FFFFFF"/>
                </a:solidFill>
              </a:rPr>
              <a:t>accesos</a:t>
            </a:r>
            <a:r>
              <a:rPr lang="en-US" dirty="0">
                <a:solidFill>
                  <a:srgbClr val="FFFFFF"/>
                </a:solidFill>
              </a:rPr>
              <a:t> no </a:t>
            </a:r>
            <a:r>
              <a:rPr lang="en-US" dirty="0" err="1">
                <a:solidFill>
                  <a:srgbClr val="FFFFFF"/>
                </a:solidFill>
              </a:rPr>
              <a:t>autorizados</a:t>
            </a:r>
            <a:r>
              <a:rPr lang="en-US" dirty="0">
                <a:solidFill>
                  <a:srgbClr val="FFFFFF"/>
                </a:solidFill>
              </a:rPr>
              <a:t>.</a:t>
            </a:r>
          </a:p>
          <a:p>
            <a:pPr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dirty="0" err="1">
                <a:solidFill>
                  <a:srgbClr val="FFFFFF"/>
                </a:solidFill>
              </a:rPr>
              <a:t>Documentar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el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proceso</a:t>
            </a:r>
            <a:r>
              <a:rPr lang="en-US" dirty="0">
                <a:solidFill>
                  <a:srgbClr val="FFFFFF"/>
                </a:solidFill>
              </a:rPr>
              <a:t> y </a:t>
            </a:r>
            <a:r>
              <a:rPr lang="en-US" dirty="0" err="1">
                <a:solidFill>
                  <a:srgbClr val="FFFFFF"/>
                </a:solidFill>
              </a:rPr>
              <a:t>entregar</a:t>
            </a:r>
            <a:r>
              <a:rPr lang="en-US" dirty="0">
                <a:solidFill>
                  <a:srgbClr val="FFFFFF"/>
                </a:solidFill>
              </a:rPr>
              <a:t> un </a:t>
            </a:r>
            <a:r>
              <a:rPr lang="en-US" b="1" dirty="0" err="1">
                <a:solidFill>
                  <a:srgbClr val="FFFFFF"/>
                </a:solidFill>
              </a:rPr>
              <a:t>prototipo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lang="en-US" b="1" dirty="0" err="1">
                <a:solidFill>
                  <a:srgbClr val="FFFFFF"/>
                </a:solidFill>
              </a:rPr>
              <a:t>funcional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acompañado</a:t>
            </a:r>
            <a:r>
              <a:rPr lang="en-US" dirty="0">
                <a:solidFill>
                  <a:srgbClr val="FFFFFF"/>
                </a:solidFill>
              </a:rPr>
              <a:t> de </a:t>
            </a:r>
            <a:r>
              <a:rPr lang="en-US" dirty="0" err="1">
                <a:solidFill>
                  <a:srgbClr val="FFFFFF"/>
                </a:solidFill>
              </a:rPr>
              <a:t>informe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técnico</a:t>
            </a:r>
            <a:r>
              <a:rPr lang="en-US" dirty="0"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16BFA23-AB5B-BA88-E233-DE14DED5A2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7080" y="6243440"/>
            <a:ext cx="86132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fld id="{08AB70BE-1769-45B8-85A6-0C837432C7E6}" type="slidenum">
              <a:rPr lang="en-US" sz="1900">
                <a:solidFill>
                  <a:schemeClr val="tx1"/>
                </a:solidFill>
                <a:latin typeface="+mn-lt"/>
              </a:rPr>
              <a:pPr algn="r">
                <a:lnSpc>
                  <a:spcPct val="90000"/>
                </a:lnSpc>
                <a:spcAft>
                  <a:spcPts val="600"/>
                </a:spcAft>
              </a:pPr>
              <a:t>4</a:t>
            </a:fld>
            <a:endParaRPr lang="en-US" sz="190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43F930-0156-53EF-5BA5-91BC0873CE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1189" y="-786"/>
            <a:ext cx="1640811" cy="40336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457628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8" name="Group 287">
            <a:extLst>
              <a:ext uri="{FF2B5EF4-FFF2-40B4-BE49-F238E27FC236}">
                <a16:creationId xmlns:a16="http://schemas.microsoft.com/office/drawing/2014/main" id="{6B28271E-9555-42CD-BD73-34342E2C88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289" name="Freeform 11">
              <a:extLst>
                <a:ext uri="{FF2B5EF4-FFF2-40B4-BE49-F238E27FC236}">
                  <a16:creationId xmlns:a16="http://schemas.microsoft.com/office/drawing/2014/main" id="{6BD4240E-6DDD-4EE5-A78F-73FA03FFB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0" name="Freeform 12">
              <a:extLst>
                <a:ext uri="{FF2B5EF4-FFF2-40B4-BE49-F238E27FC236}">
                  <a16:creationId xmlns:a16="http://schemas.microsoft.com/office/drawing/2014/main" id="{EF140C05-5A32-4121-BA59-39C09D2186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1" name="Freeform 13">
              <a:extLst>
                <a:ext uri="{FF2B5EF4-FFF2-40B4-BE49-F238E27FC236}">
                  <a16:creationId xmlns:a16="http://schemas.microsoft.com/office/drawing/2014/main" id="{22E56440-2EF9-456B-A139-1EE8EAD955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2" name="Freeform 14">
              <a:extLst>
                <a:ext uri="{FF2B5EF4-FFF2-40B4-BE49-F238E27FC236}">
                  <a16:creationId xmlns:a16="http://schemas.microsoft.com/office/drawing/2014/main" id="{B9475300-3C94-4891-8DC1-32A481BC92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3" name="Freeform 15">
              <a:extLst>
                <a:ext uri="{FF2B5EF4-FFF2-40B4-BE49-F238E27FC236}">
                  <a16:creationId xmlns:a16="http://schemas.microsoft.com/office/drawing/2014/main" id="{1CFB1402-A2ED-4D11-874C-0AB6FF4D28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4" name="Freeform 16">
              <a:extLst>
                <a:ext uri="{FF2B5EF4-FFF2-40B4-BE49-F238E27FC236}">
                  <a16:creationId xmlns:a16="http://schemas.microsoft.com/office/drawing/2014/main" id="{E0FE3BE1-58D7-46C0-AE4E-B175438933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5" name="Freeform 17">
              <a:extLst>
                <a:ext uri="{FF2B5EF4-FFF2-40B4-BE49-F238E27FC236}">
                  <a16:creationId xmlns:a16="http://schemas.microsoft.com/office/drawing/2014/main" id="{4498F76B-1EB5-4825-B5A5-B67DD6F8E5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6" name="Freeform 18">
              <a:extLst>
                <a:ext uri="{FF2B5EF4-FFF2-40B4-BE49-F238E27FC236}">
                  <a16:creationId xmlns:a16="http://schemas.microsoft.com/office/drawing/2014/main" id="{7E7BF4CC-6307-4B94-9A6F-13CE0FA3BF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7" name="Freeform 19">
              <a:extLst>
                <a:ext uri="{FF2B5EF4-FFF2-40B4-BE49-F238E27FC236}">
                  <a16:creationId xmlns:a16="http://schemas.microsoft.com/office/drawing/2014/main" id="{EF0043F8-898A-4BEE-8EFB-902C0EF25A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8" name="Freeform 20">
              <a:extLst>
                <a:ext uri="{FF2B5EF4-FFF2-40B4-BE49-F238E27FC236}">
                  <a16:creationId xmlns:a16="http://schemas.microsoft.com/office/drawing/2014/main" id="{CE793A4A-9FAE-4C74-904A-E586185E00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9" name="Freeform 21">
              <a:extLst>
                <a:ext uri="{FF2B5EF4-FFF2-40B4-BE49-F238E27FC236}">
                  <a16:creationId xmlns:a16="http://schemas.microsoft.com/office/drawing/2014/main" id="{4DBD540B-DF85-4B25-899B-35EC608D2E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0" name="Freeform 22">
              <a:extLst>
                <a:ext uri="{FF2B5EF4-FFF2-40B4-BE49-F238E27FC236}">
                  <a16:creationId xmlns:a16="http://schemas.microsoft.com/office/drawing/2014/main" id="{3753F73A-23B3-4FAA-A620-BD721A126B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2" name="Group 301">
            <a:extLst>
              <a:ext uri="{FF2B5EF4-FFF2-40B4-BE49-F238E27FC236}">
                <a16:creationId xmlns:a16="http://schemas.microsoft.com/office/drawing/2014/main" id="{8267D78B-5467-413E-AA16-317DC14DE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30"/>
            <a:ext cx="2356675" cy="6853284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303" name="Freeform 27">
              <a:extLst>
                <a:ext uri="{FF2B5EF4-FFF2-40B4-BE49-F238E27FC236}">
                  <a16:creationId xmlns:a16="http://schemas.microsoft.com/office/drawing/2014/main" id="{DB4FB125-4A45-46ED-BB4C-57BB75D98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4" name="Freeform 28">
              <a:extLst>
                <a:ext uri="{FF2B5EF4-FFF2-40B4-BE49-F238E27FC236}">
                  <a16:creationId xmlns:a16="http://schemas.microsoft.com/office/drawing/2014/main" id="{E3598A84-A979-4879-8893-B8318DCE6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5" name="Freeform 29">
              <a:extLst>
                <a:ext uri="{FF2B5EF4-FFF2-40B4-BE49-F238E27FC236}">
                  <a16:creationId xmlns:a16="http://schemas.microsoft.com/office/drawing/2014/main" id="{112EB207-FB2F-4573-8255-F21ADC664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6" name="Freeform 30">
              <a:extLst>
                <a:ext uri="{FF2B5EF4-FFF2-40B4-BE49-F238E27FC236}">
                  <a16:creationId xmlns:a16="http://schemas.microsoft.com/office/drawing/2014/main" id="{A3484ADB-0708-464C-8AED-81B67BE557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" name="Freeform 31">
              <a:extLst>
                <a:ext uri="{FF2B5EF4-FFF2-40B4-BE49-F238E27FC236}">
                  <a16:creationId xmlns:a16="http://schemas.microsoft.com/office/drawing/2014/main" id="{1266C770-33FF-4943-AACF-26ABEE311C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8" name="Freeform 32">
              <a:extLst>
                <a:ext uri="{FF2B5EF4-FFF2-40B4-BE49-F238E27FC236}">
                  <a16:creationId xmlns:a16="http://schemas.microsoft.com/office/drawing/2014/main" id="{C2F7E316-AFCD-45C6-B641-0EBDF4737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9" name="Freeform 33">
              <a:extLst>
                <a:ext uri="{FF2B5EF4-FFF2-40B4-BE49-F238E27FC236}">
                  <a16:creationId xmlns:a16="http://schemas.microsoft.com/office/drawing/2014/main" id="{CF53548F-37E3-4E7B-96DD-FDB6DB7C04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0" name="Freeform 34">
              <a:extLst>
                <a:ext uri="{FF2B5EF4-FFF2-40B4-BE49-F238E27FC236}">
                  <a16:creationId xmlns:a16="http://schemas.microsoft.com/office/drawing/2014/main" id="{15551288-4951-4542-8F8C-47E81FEE28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1" name="Freeform 35">
              <a:extLst>
                <a:ext uri="{FF2B5EF4-FFF2-40B4-BE49-F238E27FC236}">
                  <a16:creationId xmlns:a16="http://schemas.microsoft.com/office/drawing/2014/main" id="{F7A81699-A895-4857-971F-AF0BB39B6E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2" name="Freeform 36">
              <a:extLst>
                <a:ext uri="{FF2B5EF4-FFF2-40B4-BE49-F238E27FC236}">
                  <a16:creationId xmlns:a16="http://schemas.microsoft.com/office/drawing/2014/main" id="{0FB9E957-B609-48F1-A907-D42E8CC60E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3" name="Freeform 37">
              <a:extLst>
                <a:ext uri="{FF2B5EF4-FFF2-40B4-BE49-F238E27FC236}">
                  <a16:creationId xmlns:a16="http://schemas.microsoft.com/office/drawing/2014/main" id="{1DB202BD-DA2A-42A1-979D-E66957BD0E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4" name="Freeform 38">
              <a:extLst>
                <a:ext uri="{FF2B5EF4-FFF2-40B4-BE49-F238E27FC236}">
                  <a16:creationId xmlns:a16="http://schemas.microsoft.com/office/drawing/2014/main" id="{B56C813B-29AB-460E-A49D-A44263DBD5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16" name="Rectangle 315">
            <a:extLst>
              <a:ext uri="{FF2B5EF4-FFF2-40B4-BE49-F238E27FC236}">
                <a16:creationId xmlns:a16="http://schemas.microsoft.com/office/drawing/2014/main" id="{02C63E57-6267-4B3F-B340-7BB32196E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18" name="Freeform 11">
            <a:extLst>
              <a:ext uri="{FF2B5EF4-FFF2-40B4-BE49-F238E27FC236}">
                <a16:creationId xmlns:a16="http://schemas.microsoft.com/office/drawing/2014/main" id="{9B69918D-3001-4338-8904-380A53B2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 useBgFill="1">
        <p:nvSpPr>
          <p:cNvPr id="320" name="Rectangle 319">
            <a:extLst>
              <a:ext uri="{FF2B5EF4-FFF2-40B4-BE49-F238E27FC236}">
                <a16:creationId xmlns:a16="http://schemas.microsoft.com/office/drawing/2014/main" id="{AFC5700F-7321-4B30-B1DC-BC4F2165BB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7620" y="-1"/>
            <a:ext cx="1220724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22" name="Freeform 11">
            <a:extLst>
              <a:ext uri="{FF2B5EF4-FFF2-40B4-BE49-F238E27FC236}">
                <a16:creationId xmlns:a16="http://schemas.microsoft.com/office/drawing/2014/main" id="{8F50300C-C744-4948-BE34-534215C746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4645704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6" name="Picture 5" descr="A screen shot of a black background&#10;&#10;AI-generated content may be incorrect.">
            <a:extLst>
              <a:ext uri="{FF2B5EF4-FFF2-40B4-BE49-F238E27FC236}">
                <a16:creationId xmlns:a16="http://schemas.microsoft.com/office/drawing/2014/main" id="{F4434380-D1E2-058A-6CAC-7F7F760929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757" r="-2" b="16805"/>
          <a:stretch>
            <a:fillRect/>
          </a:stretch>
        </p:blipFill>
        <p:spPr>
          <a:xfrm>
            <a:off x="20" y="1731"/>
            <a:ext cx="4655830" cy="6858000"/>
          </a:xfrm>
          <a:prstGeom prst="rect">
            <a:avLst/>
          </a:prstGeom>
        </p:spPr>
      </p:pic>
      <p:grpSp>
        <p:nvGrpSpPr>
          <p:cNvPr id="324" name="Group 323">
            <a:extLst>
              <a:ext uri="{FF2B5EF4-FFF2-40B4-BE49-F238E27FC236}">
                <a16:creationId xmlns:a16="http://schemas.microsoft.com/office/drawing/2014/main" id="{3EF50F21-ED59-4E25-B7BC-73AD45B395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54305" y="228600"/>
            <a:ext cx="2851523" cy="6638625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325" name="Freeform 11">
              <a:extLst>
                <a:ext uri="{FF2B5EF4-FFF2-40B4-BE49-F238E27FC236}">
                  <a16:creationId xmlns:a16="http://schemas.microsoft.com/office/drawing/2014/main" id="{B4BBD743-AED0-444D-9902-8DB24436ED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6" name="Freeform 12">
              <a:extLst>
                <a:ext uri="{FF2B5EF4-FFF2-40B4-BE49-F238E27FC236}">
                  <a16:creationId xmlns:a16="http://schemas.microsoft.com/office/drawing/2014/main" id="{AD54B70A-5178-48BC-B033-10C4CA75E2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7" name="Freeform 13">
              <a:extLst>
                <a:ext uri="{FF2B5EF4-FFF2-40B4-BE49-F238E27FC236}">
                  <a16:creationId xmlns:a16="http://schemas.microsoft.com/office/drawing/2014/main" id="{20FBEA6E-CA5E-44BD-B307-ABC9ECECFB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8" name="Freeform 14">
              <a:extLst>
                <a:ext uri="{FF2B5EF4-FFF2-40B4-BE49-F238E27FC236}">
                  <a16:creationId xmlns:a16="http://schemas.microsoft.com/office/drawing/2014/main" id="{D99675B1-DB47-4C3A-AB88-AAFF5D482F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9" name="Freeform 15">
              <a:extLst>
                <a:ext uri="{FF2B5EF4-FFF2-40B4-BE49-F238E27FC236}">
                  <a16:creationId xmlns:a16="http://schemas.microsoft.com/office/drawing/2014/main" id="{E31454EC-7A3E-4AC8-AABC-52AA6AA7E8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0" name="Freeform 16">
              <a:extLst>
                <a:ext uri="{FF2B5EF4-FFF2-40B4-BE49-F238E27FC236}">
                  <a16:creationId xmlns:a16="http://schemas.microsoft.com/office/drawing/2014/main" id="{3109BB6F-A346-49B5-82E9-F2650BBF1B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1" name="Freeform 17">
              <a:extLst>
                <a:ext uri="{FF2B5EF4-FFF2-40B4-BE49-F238E27FC236}">
                  <a16:creationId xmlns:a16="http://schemas.microsoft.com/office/drawing/2014/main" id="{F81FA27F-C104-4E7D-BE92-7A2811CDD4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2" name="Freeform 18">
              <a:extLst>
                <a:ext uri="{FF2B5EF4-FFF2-40B4-BE49-F238E27FC236}">
                  <a16:creationId xmlns:a16="http://schemas.microsoft.com/office/drawing/2014/main" id="{B677B330-FB3E-4C6C-919C-12B90BE61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3" name="Freeform 19">
              <a:extLst>
                <a:ext uri="{FF2B5EF4-FFF2-40B4-BE49-F238E27FC236}">
                  <a16:creationId xmlns:a16="http://schemas.microsoft.com/office/drawing/2014/main" id="{6BE1B8BD-E8A5-4794-81A6-F0AC9F3C94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4" name="Freeform 20">
              <a:extLst>
                <a:ext uri="{FF2B5EF4-FFF2-40B4-BE49-F238E27FC236}">
                  <a16:creationId xmlns:a16="http://schemas.microsoft.com/office/drawing/2014/main" id="{18C329D0-2CD6-440D-8585-7BE8A81357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5" name="Freeform 21">
              <a:extLst>
                <a:ext uri="{FF2B5EF4-FFF2-40B4-BE49-F238E27FC236}">
                  <a16:creationId xmlns:a16="http://schemas.microsoft.com/office/drawing/2014/main" id="{DD7E021D-22D7-42E8-9DDE-FF9AB9482A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6" name="Freeform 22">
              <a:extLst>
                <a:ext uri="{FF2B5EF4-FFF2-40B4-BE49-F238E27FC236}">
                  <a16:creationId xmlns:a16="http://schemas.microsoft.com/office/drawing/2014/main" id="{7E3DAB05-2B17-4064-B002-E9BCAFE084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38" name="Group 337">
            <a:extLst>
              <a:ext uri="{FF2B5EF4-FFF2-40B4-BE49-F238E27FC236}">
                <a16:creationId xmlns:a16="http://schemas.microsoft.com/office/drawing/2014/main" id="{672F9DC4-C2C4-43CF-9C2C-2EE1826F77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1520" y="-30"/>
            <a:ext cx="2356675" cy="6853284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339" name="Freeform 27">
              <a:extLst>
                <a:ext uri="{FF2B5EF4-FFF2-40B4-BE49-F238E27FC236}">
                  <a16:creationId xmlns:a16="http://schemas.microsoft.com/office/drawing/2014/main" id="{4E0064C5-2224-49BF-884A-D0118AEABB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0" name="Freeform 28">
              <a:extLst>
                <a:ext uri="{FF2B5EF4-FFF2-40B4-BE49-F238E27FC236}">
                  <a16:creationId xmlns:a16="http://schemas.microsoft.com/office/drawing/2014/main" id="{0D33309E-8132-42DA-B37B-4CAF0F6D1D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1" name="Freeform 29">
              <a:extLst>
                <a:ext uri="{FF2B5EF4-FFF2-40B4-BE49-F238E27FC236}">
                  <a16:creationId xmlns:a16="http://schemas.microsoft.com/office/drawing/2014/main" id="{739DA087-BAEC-4E31-946D-3BA859C62E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2" name="Freeform 30">
              <a:extLst>
                <a:ext uri="{FF2B5EF4-FFF2-40B4-BE49-F238E27FC236}">
                  <a16:creationId xmlns:a16="http://schemas.microsoft.com/office/drawing/2014/main" id="{395F1535-595E-4F4C-BEC0-F2EA90625D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3" name="Freeform 31">
              <a:extLst>
                <a:ext uri="{FF2B5EF4-FFF2-40B4-BE49-F238E27FC236}">
                  <a16:creationId xmlns:a16="http://schemas.microsoft.com/office/drawing/2014/main" id="{FFFD4D55-2142-47EB-B7EB-5C049C731E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4" name="Freeform 32">
              <a:extLst>
                <a:ext uri="{FF2B5EF4-FFF2-40B4-BE49-F238E27FC236}">
                  <a16:creationId xmlns:a16="http://schemas.microsoft.com/office/drawing/2014/main" id="{22CAF07E-CB2F-438A-AD2E-86E3A409B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5" name="Freeform 33">
              <a:extLst>
                <a:ext uri="{FF2B5EF4-FFF2-40B4-BE49-F238E27FC236}">
                  <a16:creationId xmlns:a16="http://schemas.microsoft.com/office/drawing/2014/main" id="{148C41FD-1EDA-45D8-AAA4-E79A761984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6" name="Freeform 34">
              <a:extLst>
                <a:ext uri="{FF2B5EF4-FFF2-40B4-BE49-F238E27FC236}">
                  <a16:creationId xmlns:a16="http://schemas.microsoft.com/office/drawing/2014/main" id="{3D1F13F1-22C7-4224-85FE-622B9F3C9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7" name="Freeform 35">
              <a:extLst>
                <a:ext uri="{FF2B5EF4-FFF2-40B4-BE49-F238E27FC236}">
                  <a16:creationId xmlns:a16="http://schemas.microsoft.com/office/drawing/2014/main" id="{0AD99730-19F0-4DB7-8108-25AF31361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8" name="Freeform 36">
              <a:extLst>
                <a:ext uri="{FF2B5EF4-FFF2-40B4-BE49-F238E27FC236}">
                  <a16:creationId xmlns:a16="http://schemas.microsoft.com/office/drawing/2014/main" id="{143A6D61-3504-4654-982B-80B7F0B5BD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" name="Freeform 37">
              <a:extLst>
                <a:ext uri="{FF2B5EF4-FFF2-40B4-BE49-F238E27FC236}">
                  <a16:creationId xmlns:a16="http://schemas.microsoft.com/office/drawing/2014/main" id="{990038CA-7285-43A9-A8FE-30824AC14B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0" name="Freeform 38">
              <a:extLst>
                <a:ext uri="{FF2B5EF4-FFF2-40B4-BE49-F238E27FC236}">
                  <a16:creationId xmlns:a16="http://schemas.microsoft.com/office/drawing/2014/main" id="{0346AEBE-37DC-4BAB-B50D-E0D7638434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270016-E0B6-DAC7-B6DA-CC7F3A15D0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81705" y="787782"/>
            <a:ext cx="77976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lnSpc>
                <a:spcPct val="90000"/>
              </a:lnSpc>
              <a:spcAft>
                <a:spcPts val="600"/>
              </a:spcAft>
            </a:pPr>
            <a:fld id="{08AB70BE-1769-45B8-85A6-0C837432C7E6}" type="slidenum">
              <a:rPr lang="en-US" sz="1900" smtClean="0">
                <a:solidFill>
                  <a:srgbClr val="FEFFFF"/>
                </a:solidFill>
                <a:latin typeface="+mn-lt"/>
              </a:rPr>
              <a:pPr algn="r" defTabSz="914400">
                <a:lnSpc>
                  <a:spcPct val="90000"/>
                </a:lnSpc>
                <a:spcAft>
                  <a:spcPts val="600"/>
                </a:spcAft>
              </a:pPr>
              <a:t>5</a:t>
            </a:fld>
            <a:endParaRPr lang="en-US" sz="1900">
              <a:solidFill>
                <a:srgbClr val="FEFFFF"/>
              </a:solidFill>
              <a:latin typeface="+mn-lt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3AAEC5E-1903-897F-3899-D104894ED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3096" y="624110"/>
            <a:ext cx="5021516" cy="128089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Areas de desempeño</a:t>
            </a:r>
          </a:p>
        </p:txBody>
      </p:sp>
      <p:sp>
        <p:nvSpPr>
          <p:cNvPr id="352" name="Rectangle 351">
            <a:extLst>
              <a:ext uri="{FF2B5EF4-FFF2-40B4-BE49-F238E27FC236}">
                <a16:creationId xmlns:a16="http://schemas.microsoft.com/office/drawing/2014/main" id="{6CA72FCB-DBCC-435A-838B-682978F479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E171ED2-DFD4-666E-F6D1-C672E5CE864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438191" y="2133600"/>
            <a:ext cx="5066419" cy="3777622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500" b="1"/>
              <a:t>Desarrollo de software seguro</a:t>
            </a:r>
            <a:r>
              <a:rPr lang="en-US" sz="1500"/>
              <a:t>: construcción de aplicaciones móviles seguras considerando estándares de la industria.</a:t>
            </a:r>
          </a:p>
          <a:p>
            <a:pPr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500" b="1"/>
              <a:t>Ciberseguridad aplicada</a:t>
            </a:r>
            <a:r>
              <a:rPr lang="en-US" sz="1500"/>
              <a:t>: aplicación de técnicas de cifrado, gestión de claves y autenticación para proteger datos sensibles.</a:t>
            </a:r>
          </a:p>
          <a:p>
            <a:pPr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500" b="1"/>
              <a:t>Gestión de proyectos informáticos</a:t>
            </a:r>
            <a:r>
              <a:rPr lang="en-US" sz="1500"/>
              <a:t>: planificación, control y documentación de un proyecto de software con entregables definidos.</a:t>
            </a:r>
          </a:p>
          <a:p>
            <a:pPr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500" b="1"/>
              <a:t>Modelamiento</a:t>
            </a:r>
            <a:r>
              <a:rPr lang="en-US" sz="1500"/>
              <a:t> </a:t>
            </a:r>
            <a:r>
              <a:rPr lang="en-US" sz="1500" b="1"/>
              <a:t>y administración de datos</a:t>
            </a:r>
            <a:r>
              <a:rPr lang="en-US" sz="1500"/>
              <a:t>: diseño de un modelo de datos seguro y escalable para el almacenamiento local de información sensible.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11DDB72C-2759-2E1B-377A-98F681B527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1189" y="-786"/>
            <a:ext cx="1640811" cy="40336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48113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D9D7DC-BC92-883B-02EB-5BDBF716F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roup 91">
            <a:extLst>
              <a:ext uri="{FF2B5EF4-FFF2-40B4-BE49-F238E27FC236}">
                <a16:creationId xmlns:a16="http://schemas.microsoft.com/office/drawing/2014/main" id="{6B28271E-9555-42CD-BD73-34342E2C88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93" name="Freeform 11">
              <a:extLst>
                <a:ext uri="{FF2B5EF4-FFF2-40B4-BE49-F238E27FC236}">
                  <a16:creationId xmlns:a16="http://schemas.microsoft.com/office/drawing/2014/main" id="{6BD4240E-6DDD-4EE5-A78F-73FA03FFB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Freeform 12">
              <a:extLst>
                <a:ext uri="{FF2B5EF4-FFF2-40B4-BE49-F238E27FC236}">
                  <a16:creationId xmlns:a16="http://schemas.microsoft.com/office/drawing/2014/main" id="{EF140C05-5A32-4121-BA59-39C09D2186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Freeform 13">
              <a:extLst>
                <a:ext uri="{FF2B5EF4-FFF2-40B4-BE49-F238E27FC236}">
                  <a16:creationId xmlns:a16="http://schemas.microsoft.com/office/drawing/2014/main" id="{22E56440-2EF9-456B-A139-1EE8EAD955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 14">
              <a:extLst>
                <a:ext uri="{FF2B5EF4-FFF2-40B4-BE49-F238E27FC236}">
                  <a16:creationId xmlns:a16="http://schemas.microsoft.com/office/drawing/2014/main" id="{B9475300-3C94-4891-8DC1-32A481BC92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Freeform 15">
              <a:extLst>
                <a:ext uri="{FF2B5EF4-FFF2-40B4-BE49-F238E27FC236}">
                  <a16:creationId xmlns:a16="http://schemas.microsoft.com/office/drawing/2014/main" id="{1CFB1402-A2ED-4D11-874C-0AB6FF4D28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Freeform 16">
              <a:extLst>
                <a:ext uri="{FF2B5EF4-FFF2-40B4-BE49-F238E27FC236}">
                  <a16:creationId xmlns:a16="http://schemas.microsoft.com/office/drawing/2014/main" id="{E0FE3BE1-58D7-46C0-AE4E-B175438933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Freeform 17">
              <a:extLst>
                <a:ext uri="{FF2B5EF4-FFF2-40B4-BE49-F238E27FC236}">
                  <a16:creationId xmlns:a16="http://schemas.microsoft.com/office/drawing/2014/main" id="{4498F76B-1EB5-4825-B5A5-B67DD6F8E5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Freeform 18">
              <a:extLst>
                <a:ext uri="{FF2B5EF4-FFF2-40B4-BE49-F238E27FC236}">
                  <a16:creationId xmlns:a16="http://schemas.microsoft.com/office/drawing/2014/main" id="{7E7BF4CC-6307-4B94-9A6F-13CE0FA3BF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Freeform 19">
              <a:extLst>
                <a:ext uri="{FF2B5EF4-FFF2-40B4-BE49-F238E27FC236}">
                  <a16:creationId xmlns:a16="http://schemas.microsoft.com/office/drawing/2014/main" id="{EF0043F8-898A-4BEE-8EFB-902C0EF25A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Freeform 20">
              <a:extLst>
                <a:ext uri="{FF2B5EF4-FFF2-40B4-BE49-F238E27FC236}">
                  <a16:creationId xmlns:a16="http://schemas.microsoft.com/office/drawing/2014/main" id="{CE793A4A-9FAE-4C74-904A-E586185E00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Freeform 21">
              <a:extLst>
                <a:ext uri="{FF2B5EF4-FFF2-40B4-BE49-F238E27FC236}">
                  <a16:creationId xmlns:a16="http://schemas.microsoft.com/office/drawing/2014/main" id="{4DBD540B-DF85-4B25-899B-35EC608D2E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Freeform 22">
              <a:extLst>
                <a:ext uri="{FF2B5EF4-FFF2-40B4-BE49-F238E27FC236}">
                  <a16:creationId xmlns:a16="http://schemas.microsoft.com/office/drawing/2014/main" id="{3753F73A-23B3-4FAA-A620-BD721A126B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8267D78B-5467-413E-AA16-317DC14DE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30"/>
            <a:ext cx="2356675" cy="6853284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107" name="Freeform 27">
              <a:extLst>
                <a:ext uri="{FF2B5EF4-FFF2-40B4-BE49-F238E27FC236}">
                  <a16:creationId xmlns:a16="http://schemas.microsoft.com/office/drawing/2014/main" id="{DB4FB125-4A45-46ED-BB4C-57BB75D98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8" name="Freeform 28">
              <a:extLst>
                <a:ext uri="{FF2B5EF4-FFF2-40B4-BE49-F238E27FC236}">
                  <a16:creationId xmlns:a16="http://schemas.microsoft.com/office/drawing/2014/main" id="{E3598A84-A979-4879-8893-B8318DCE6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Freeform 29">
              <a:extLst>
                <a:ext uri="{FF2B5EF4-FFF2-40B4-BE49-F238E27FC236}">
                  <a16:creationId xmlns:a16="http://schemas.microsoft.com/office/drawing/2014/main" id="{112EB207-FB2F-4573-8255-F21ADC664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Freeform 30">
              <a:extLst>
                <a:ext uri="{FF2B5EF4-FFF2-40B4-BE49-F238E27FC236}">
                  <a16:creationId xmlns:a16="http://schemas.microsoft.com/office/drawing/2014/main" id="{A3484ADB-0708-464C-8AED-81B67BE557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1" name="Freeform 31">
              <a:extLst>
                <a:ext uri="{FF2B5EF4-FFF2-40B4-BE49-F238E27FC236}">
                  <a16:creationId xmlns:a16="http://schemas.microsoft.com/office/drawing/2014/main" id="{1266C770-33FF-4943-AACF-26ABEE311C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Freeform 32">
              <a:extLst>
                <a:ext uri="{FF2B5EF4-FFF2-40B4-BE49-F238E27FC236}">
                  <a16:creationId xmlns:a16="http://schemas.microsoft.com/office/drawing/2014/main" id="{C2F7E316-AFCD-45C6-B641-0EBDF4737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Freeform 33">
              <a:extLst>
                <a:ext uri="{FF2B5EF4-FFF2-40B4-BE49-F238E27FC236}">
                  <a16:creationId xmlns:a16="http://schemas.microsoft.com/office/drawing/2014/main" id="{CF53548F-37E3-4E7B-96DD-FDB6DB7C04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4" name="Freeform 34">
              <a:extLst>
                <a:ext uri="{FF2B5EF4-FFF2-40B4-BE49-F238E27FC236}">
                  <a16:creationId xmlns:a16="http://schemas.microsoft.com/office/drawing/2014/main" id="{15551288-4951-4542-8F8C-47E81FEE28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5" name="Freeform 35">
              <a:extLst>
                <a:ext uri="{FF2B5EF4-FFF2-40B4-BE49-F238E27FC236}">
                  <a16:creationId xmlns:a16="http://schemas.microsoft.com/office/drawing/2014/main" id="{F7A81699-A895-4857-971F-AF0BB39B6E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6" name="Freeform 36">
              <a:extLst>
                <a:ext uri="{FF2B5EF4-FFF2-40B4-BE49-F238E27FC236}">
                  <a16:creationId xmlns:a16="http://schemas.microsoft.com/office/drawing/2014/main" id="{0FB9E957-B609-48F1-A907-D42E8CC60E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7" name="Freeform 37">
              <a:extLst>
                <a:ext uri="{FF2B5EF4-FFF2-40B4-BE49-F238E27FC236}">
                  <a16:creationId xmlns:a16="http://schemas.microsoft.com/office/drawing/2014/main" id="{1DB202BD-DA2A-42A1-979D-E66957BD0E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" name="Freeform 38">
              <a:extLst>
                <a:ext uri="{FF2B5EF4-FFF2-40B4-BE49-F238E27FC236}">
                  <a16:creationId xmlns:a16="http://schemas.microsoft.com/office/drawing/2014/main" id="{B56C813B-29AB-460E-A49D-A44263DBD5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0" name="Rectangle 119">
            <a:extLst>
              <a:ext uri="{FF2B5EF4-FFF2-40B4-BE49-F238E27FC236}">
                <a16:creationId xmlns:a16="http://schemas.microsoft.com/office/drawing/2014/main" id="{02C63E57-6267-4B3F-B340-7BB32196E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2" name="Freeform 11">
            <a:extLst>
              <a:ext uri="{FF2B5EF4-FFF2-40B4-BE49-F238E27FC236}">
                <a16:creationId xmlns:a16="http://schemas.microsoft.com/office/drawing/2014/main" id="{9B69918D-3001-4338-8904-380A53B2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 useBgFill="1">
        <p:nvSpPr>
          <p:cNvPr id="124" name="Rectangle 123">
            <a:extLst>
              <a:ext uri="{FF2B5EF4-FFF2-40B4-BE49-F238E27FC236}">
                <a16:creationId xmlns:a16="http://schemas.microsoft.com/office/drawing/2014/main" id="{AFC5700F-7321-4B30-B1DC-BC4F2165BB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7620" y="-1"/>
            <a:ext cx="1220724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6" name="Freeform 11">
            <a:extLst>
              <a:ext uri="{FF2B5EF4-FFF2-40B4-BE49-F238E27FC236}">
                <a16:creationId xmlns:a16="http://schemas.microsoft.com/office/drawing/2014/main" id="{8F50300C-C744-4948-BE34-534215C746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4645704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5" name="Picture 4" descr="A screen shot of a black background&#10;&#10;AI-generated content may be incorrect.">
            <a:extLst>
              <a:ext uri="{FF2B5EF4-FFF2-40B4-BE49-F238E27FC236}">
                <a16:creationId xmlns:a16="http://schemas.microsoft.com/office/drawing/2014/main" id="{2F156501-93AA-2FED-E03A-B25B88A8A8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757" r="-2" b="16805"/>
          <a:stretch>
            <a:fillRect/>
          </a:stretch>
        </p:blipFill>
        <p:spPr>
          <a:xfrm>
            <a:off x="20" y="1731"/>
            <a:ext cx="4655830" cy="6858000"/>
          </a:xfrm>
          <a:prstGeom prst="rect">
            <a:avLst/>
          </a:prstGeom>
        </p:spPr>
      </p:pic>
      <p:grpSp>
        <p:nvGrpSpPr>
          <p:cNvPr id="128" name="Group 127">
            <a:extLst>
              <a:ext uri="{FF2B5EF4-FFF2-40B4-BE49-F238E27FC236}">
                <a16:creationId xmlns:a16="http://schemas.microsoft.com/office/drawing/2014/main" id="{3EF50F21-ED59-4E25-B7BC-73AD45B395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54305" y="228600"/>
            <a:ext cx="2851523" cy="6638625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129" name="Freeform 11">
              <a:extLst>
                <a:ext uri="{FF2B5EF4-FFF2-40B4-BE49-F238E27FC236}">
                  <a16:creationId xmlns:a16="http://schemas.microsoft.com/office/drawing/2014/main" id="{B4BBD743-AED0-444D-9902-8DB24436ED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0" name="Freeform 12">
              <a:extLst>
                <a:ext uri="{FF2B5EF4-FFF2-40B4-BE49-F238E27FC236}">
                  <a16:creationId xmlns:a16="http://schemas.microsoft.com/office/drawing/2014/main" id="{AD54B70A-5178-48BC-B033-10C4CA75E2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1" name="Freeform 13">
              <a:extLst>
                <a:ext uri="{FF2B5EF4-FFF2-40B4-BE49-F238E27FC236}">
                  <a16:creationId xmlns:a16="http://schemas.microsoft.com/office/drawing/2014/main" id="{20FBEA6E-CA5E-44BD-B307-ABC9ECECFB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2" name="Freeform 14">
              <a:extLst>
                <a:ext uri="{FF2B5EF4-FFF2-40B4-BE49-F238E27FC236}">
                  <a16:creationId xmlns:a16="http://schemas.microsoft.com/office/drawing/2014/main" id="{D99675B1-DB47-4C3A-AB88-AAFF5D482F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" name="Freeform 15">
              <a:extLst>
                <a:ext uri="{FF2B5EF4-FFF2-40B4-BE49-F238E27FC236}">
                  <a16:creationId xmlns:a16="http://schemas.microsoft.com/office/drawing/2014/main" id="{E31454EC-7A3E-4AC8-AABC-52AA6AA7E8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" name="Freeform 16">
              <a:extLst>
                <a:ext uri="{FF2B5EF4-FFF2-40B4-BE49-F238E27FC236}">
                  <a16:creationId xmlns:a16="http://schemas.microsoft.com/office/drawing/2014/main" id="{3109BB6F-A346-49B5-82E9-F2650BBF1B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5" name="Freeform 17">
              <a:extLst>
                <a:ext uri="{FF2B5EF4-FFF2-40B4-BE49-F238E27FC236}">
                  <a16:creationId xmlns:a16="http://schemas.microsoft.com/office/drawing/2014/main" id="{F81FA27F-C104-4E7D-BE92-7A2811CDD4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6" name="Freeform 18">
              <a:extLst>
                <a:ext uri="{FF2B5EF4-FFF2-40B4-BE49-F238E27FC236}">
                  <a16:creationId xmlns:a16="http://schemas.microsoft.com/office/drawing/2014/main" id="{B677B330-FB3E-4C6C-919C-12B90BE61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7" name="Freeform 19">
              <a:extLst>
                <a:ext uri="{FF2B5EF4-FFF2-40B4-BE49-F238E27FC236}">
                  <a16:creationId xmlns:a16="http://schemas.microsoft.com/office/drawing/2014/main" id="{6BE1B8BD-E8A5-4794-81A6-F0AC9F3C94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8" name="Freeform 20">
              <a:extLst>
                <a:ext uri="{FF2B5EF4-FFF2-40B4-BE49-F238E27FC236}">
                  <a16:creationId xmlns:a16="http://schemas.microsoft.com/office/drawing/2014/main" id="{18C329D0-2CD6-440D-8585-7BE8A81357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9" name="Freeform 21">
              <a:extLst>
                <a:ext uri="{FF2B5EF4-FFF2-40B4-BE49-F238E27FC236}">
                  <a16:creationId xmlns:a16="http://schemas.microsoft.com/office/drawing/2014/main" id="{DD7E021D-22D7-42E8-9DDE-FF9AB9482A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0" name="Freeform 22">
              <a:extLst>
                <a:ext uri="{FF2B5EF4-FFF2-40B4-BE49-F238E27FC236}">
                  <a16:creationId xmlns:a16="http://schemas.microsoft.com/office/drawing/2014/main" id="{7E3DAB05-2B17-4064-B002-E9BCAFE084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672F9DC4-C2C4-43CF-9C2C-2EE1826F77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1520" y="-30"/>
            <a:ext cx="2356675" cy="6853284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143" name="Freeform 27">
              <a:extLst>
                <a:ext uri="{FF2B5EF4-FFF2-40B4-BE49-F238E27FC236}">
                  <a16:creationId xmlns:a16="http://schemas.microsoft.com/office/drawing/2014/main" id="{4E0064C5-2224-49BF-884A-D0118AEABB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" name="Freeform 28">
              <a:extLst>
                <a:ext uri="{FF2B5EF4-FFF2-40B4-BE49-F238E27FC236}">
                  <a16:creationId xmlns:a16="http://schemas.microsoft.com/office/drawing/2014/main" id="{0D33309E-8132-42DA-B37B-4CAF0F6D1D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5" name="Freeform 29">
              <a:extLst>
                <a:ext uri="{FF2B5EF4-FFF2-40B4-BE49-F238E27FC236}">
                  <a16:creationId xmlns:a16="http://schemas.microsoft.com/office/drawing/2014/main" id="{739DA087-BAEC-4E31-946D-3BA859C62E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6" name="Freeform 30">
              <a:extLst>
                <a:ext uri="{FF2B5EF4-FFF2-40B4-BE49-F238E27FC236}">
                  <a16:creationId xmlns:a16="http://schemas.microsoft.com/office/drawing/2014/main" id="{395F1535-595E-4F4C-BEC0-F2EA90625D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7" name="Freeform 31">
              <a:extLst>
                <a:ext uri="{FF2B5EF4-FFF2-40B4-BE49-F238E27FC236}">
                  <a16:creationId xmlns:a16="http://schemas.microsoft.com/office/drawing/2014/main" id="{FFFD4D55-2142-47EB-B7EB-5C049C731E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8" name="Freeform 32">
              <a:extLst>
                <a:ext uri="{FF2B5EF4-FFF2-40B4-BE49-F238E27FC236}">
                  <a16:creationId xmlns:a16="http://schemas.microsoft.com/office/drawing/2014/main" id="{22CAF07E-CB2F-438A-AD2E-86E3A409B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9" name="Freeform 33">
              <a:extLst>
                <a:ext uri="{FF2B5EF4-FFF2-40B4-BE49-F238E27FC236}">
                  <a16:creationId xmlns:a16="http://schemas.microsoft.com/office/drawing/2014/main" id="{148C41FD-1EDA-45D8-AAA4-E79A761984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0" name="Freeform 34">
              <a:extLst>
                <a:ext uri="{FF2B5EF4-FFF2-40B4-BE49-F238E27FC236}">
                  <a16:creationId xmlns:a16="http://schemas.microsoft.com/office/drawing/2014/main" id="{3D1F13F1-22C7-4224-85FE-622B9F3C9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1" name="Freeform 35">
              <a:extLst>
                <a:ext uri="{FF2B5EF4-FFF2-40B4-BE49-F238E27FC236}">
                  <a16:creationId xmlns:a16="http://schemas.microsoft.com/office/drawing/2014/main" id="{0AD99730-19F0-4DB7-8108-25AF31361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2" name="Freeform 36">
              <a:extLst>
                <a:ext uri="{FF2B5EF4-FFF2-40B4-BE49-F238E27FC236}">
                  <a16:creationId xmlns:a16="http://schemas.microsoft.com/office/drawing/2014/main" id="{143A6D61-3504-4654-982B-80B7F0B5BD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" name="Freeform 37">
              <a:extLst>
                <a:ext uri="{FF2B5EF4-FFF2-40B4-BE49-F238E27FC236}">
                  <a16:creationId xmlns:a16="http://schemas.microsoft.com/office/drawing/2014/main" id="{990038CA-7285-43A9-A8FE-30824AC14B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" name="Freeform 38">
              <a:extLst>
                <a:ext uri="{FF2B5EF4-FFF2-40B4-BE49-F238E27FC236}">
                  <a16:creationId xmlns:a16="http://schemas.microsoft.com/office/drawing/2014/main" id="{0346AEBE-37DC-4BAB-B50D-E0D7638434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84159C-1CCB-8CB0-9F01-F5D58DF1B9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81705" y="787782"/>
            <a:ext cx="77976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lnSpc>
                <a:spcPct val="90000"/>
              </a:lnSpc>
              <a:spcAft>
                <a:spcPts val="600"/>
              </a:spcAft>
            </a:pPr>
            <a:fld id="{08AB70BE-1769-45B8-85A6-0C837432C7E6}" type="slidenum">
              <a:rPr lang="en-US" sz="1900" smtClean="0">
                <a:solidFill>
                  <a:srgbClr val="FEFFFF"/>
                </a:solidFill>
                <a:latin typeface="+mn-lt"/>
              </a:rPr>
              <a:pPr algn="r" defTabSz="914400">
                <a:lnSpc>
                  <a:spcPct val="90000"/>
                </a:lnSpc>
                <a:spcAft>
                  <a:spcPts val="600"/>
                </a:spcAft>
              </a:pPr>
              <a:t>6</a:t>
            </a:fld>
            <a:endParaRPr lang="en-US" sz="1900">
              <a:solidFill>
                <a:srgbClr val="FEFFFF"/>
              </a:solidFill>
              <a:latin typeface="+mn-lt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1F8D0EA-7CE3-D37E-A68C-4D65DC323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3096" y="624110"/>
            <a:ext cx="5021516" cy="128089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Competencias</a:t>
            </a: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6CA72FCB-DBCC-435A-838B-682978F479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A3D016F-1933-51D9-8A7D-49A98F5C89E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438191" y="2133600"/>
            <a:ext cx="5066419" cy="3777622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500" b="1"/>
              <a:t>Desarrollar soluciones de software</a:t>
            </a:r>
            <a:r>
              <a:rPr lang="en-US" sz="1500"/>
              <a:t> utilizando técnicas que sistematicen el proceso de desarrollo y mantenimiento, asegurando el logro de los objetivos.</a:t>
            </a:r>
          </a:p>
          <a:p>
            <a:pPr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500" b="1"/>
              <a:t>Gestionar proyectos informáticos</a:t>
            </a:r>
            <a:r>
              <a:rPr lang="en-US" sz="1500"/>
              <a:t>, ofreciendo alternativas para la toma de decisiones de acuerdo con los requerimientos de la organización.</a:t>
            </a:r>
          </a:p>
          <a:p>
            <a:pPr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500" b="1"/>
              <a:t>Construir modelos de datos</a:t>
            </a:r>
            <a:r>
              <a:rPr lang="en-US" sz="1500"/>
              <a:t> para soportar los requerimientos de la aplicación de acuerdo a un diseño definido y escalable en el tiempo.</a:t>
            </a:r>
          </a:p>
          <a:p>
            <a:pPr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500" b="1"/>
              <a:t>Realizar pruebas de certificación</a:t>
            </a:r>
            <a:r>
              <a:rPr lang="en-US" sz="1500"/>
              <a:t> de productos y procesos utilizando buenas prácticas de la industria, asegurando calidad y seguridad.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87A5F789-6804-5912-2262-49ABB7DCEC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1189" y="-786"/>
            <a:ext cx="1640811" cy="40336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6037578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A96ED90-EC65-43A4-B2EF-AF696BAA5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453429D0-CB53-4C03-878C-43C31F27ED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AE3C0F14-CFB2-422D-8C27-C059000570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1166A2CB-8B53-43A6-9BA2-C7CC6CF299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23C00B90-9276-4889-9254-D7DD9B956D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782B4B58-2BD8-44A1-BC1B-24CF171D53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087DFB3F-163E-427B-AD97-4D959AFAD4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3947E116-0E5F-4151-A266-838DCF74F3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4E22B53-0CCD-4425-982E-FBD7A5AE5A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71418348-352C-405D-843F-02F759C1AA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D1D24C79-C716-4FA6-A27A-0670852706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C55C2DE1-DCCA-4C79-B04A-781D1A3D91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C776F50F-14F4-475E-BCB7-17FC0785BD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6BDB0DA-68E7-4684-91C5-5AB2BFED4A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30"/>
            <a:ext cx="2356675" cy="6853284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25" name="Freeform 27">
              <a:extLst>
                <a:ext uri="{FF2B5EF4-FFF2-40B4-BE49-F238E27FC236}">
                  <a16:creationId xmlns:a16="http://schemas.microsoft.com/office/drawing/2014/main" id="{9E72399C-BBC0-42A8-9748-4797554BEA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8">
              <a:extLst>
                <a:ext uri="{FF2B5EF4-FFF2-40B4-BE49-F238E27FC236}">
                  <a16:creationId xmlns:a16="http://schemas.microsoft.com/office/drawing/2014/main" id="{48E248AF-3631-45B1-92F0-E06A965A1D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9">
              <a:extLst>
                <a:ext uri="{FF2B5EF4-FFF2-40B4-BE49-F238E27FC236}">
                  <a16:creationId xmlns:a16="http://schemas.microsoft.com/office/drawing/2014/main" id="{C4D7FC8C-56F5-4922-A71A-33D64A2929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30">
              <a:extLst>
                <a:ext uri="{FF2B5EF4-FFF2-40B4-BE49-F238E27FC236}">
                  <a16:creationId xmlns:a16="http://schemas.microsoft.com/office/drawing/2014/main" id="{B7F89C0C-EB85-419D-BB93-0206A2AFE0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31">
              <a:extLst>
                <a:ext uri="{FF2B5EF4-FFF2-40B4-BE49-F238E27FC236}">
                  <a16:creationId xmlns:a16="http://schemas.microsoft.com/office/drawing/2014/main" id="{80ABA0D9-57B4-44A9-8807-4FE17D254E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32">
              <a:extLst>
                <a:ext uri="{FF2B5EF4-FFF2-40B4-BE49-F238E27FC236}">
                  <a16:creationId xmlns:a16="http://schemas.microsoft.com/office/drawing/2014/main" id="{253C3D53-3C3B-4D58-A8FC-8D700F94DF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3">
              <a:extLst>
                <a:ext uri="{FF2B5EF4-FFF2-40B4-BE49-F238E27FC236}">
                  <a16:creationId xmlns:a16="http://schemas.microsoft.com/office/drawing/2014/main" id="{EFA8FD5A-A185-4336-8F88-913947E4AF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4">
              <a:extLst>
                <a:ext uri="{FF2B5EF4-FFF2-40B4-BE49-F238E27FC236}">
                  <a16:creationId xmlns:a16="http://schemas.microsoft.com/office/drawing/2014/main" id="{376A1771-7E82-4933-B181-ABB739D1C0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5">
              <a:extLst>
                <a:ext uri="{FF2B5EF4-FFF2-40B4-BE49-F238E27FC236}">
                  <a16:creationId xmlns:a16="http://schemas.microsoft.com/office/drawing/2014/main" id="{9F2DAC55-7895-49FE-AC9C-A8E7013BE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6">
              <a:extLst>
                <a:ext uri="{FF2B5EF4-FFF2-40B4-BE49-F238E27FC236}">
                  <a16:creationId xmlns:a16="http://schemas.microsoft.com/office/drawing/2014/main" id="{4C22408E-5BCB-4876-A3FA-64F1AF28F2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7">
              <a:extLst>
                <a:ext uri="{FF2B5EF4-FFF2-40B4-BE49-F238E27FC236}">
                  <a16:creationId xmlns:a16="http://schemas.microsoft.com/office/drawing/2014/main" id="{0F3149B3-9646-40F8-8C00-2D571CB082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8">
              <a:extLst>
                <a:ext uri="{FF2B5EF4-FFF2-40B4-BE49-F238E27FC236}">
                  <a16:creationId xmlns:a16="http://schemas.microsoft.com/office/drawing/2014/main" id="{76F045BD-A98B-4E02-83F2-FFB1A89EAF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F2E71B7E-BFF8-4843-B7D0-22045FFE3D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0" name="Freeform 11">
            <a:extLst>
              <a:ext uri="{FF2B5EF4-FFF2-40B4-BE49-F238E27FC236}">
                <a16:creationId xmlns:a16="http://schemas.microsoft.com/office/drawing/2014/main" id="{332B447E-2E34-4E0E-9C81-372BC888A6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464D327B-3D15-4255-9351-EE624EFBB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F9AFF06-2038-48C7-8C6E-26FDAF7AF3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06695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465791-02C3-85CB-EC2D-AE1D097AD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3391" y="624110"/>
            <a:ext cx="9383408" cy="128089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Metodología</a:t>
            </a:r>
          </a:p>
        </p:txBody>
      </p:sp>
      <p:sp>
        <p:nvSpPr>
          <p:cNvPr id="46" name="Freeform 11">
            <a:extLst>
              <a:ext uri="{FF2B5EF4-FFF2-40B4-BE49-F238E27FC236}">
                <a16:creationId xmlns:a16="http://schemas.microsoft.com/office/drawing/2014/main" id="{4416ADE8-5973-4118-8015-CC02D548CE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FEF2AD9-EC94-1F3D-3B79-64938E47AD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fld id="{08AB70BE-1769-45B8-85A6-0C837432C7E6}" type="slidenum">
              <a:rPr lang="en-US" sz="1900" smtClean="0">
                <a:solidFill>
                  <a:srgbClr val="FEFFFF"/>
                </a:solidFill>
                <a:latin typeface="+mn-lt"/>
              </a:rPr>
              <a:pPr algn="r">
                <a:lnSpc>
                  <a:spcPct val="90000"/>
                </a:lnSpc>
                <a:spcAft>
                  <a:spcPts val="600"/>
                </a:spcAft>
              </a:pPr>
              <a:t>7</a:t>
            </a:fld>
            <a:endParaRPr lang="en-US" sz="1900">
              <a:solidFill>
                <a:srgbClr val="FEFFFF"/>
              </a:solidFill>
              <a:latin typeface="+mn-lt"/>
            </a:endParaRP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8AEB8887-923B-384B-DF57-119D4074E741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1847595788"/>
              </p:ext>
            </p:extLst>
          </p:nvPr>
        </p:nvGraphicFramePr>
        <p:xfrm>
          <a:off x="961012" y="2930805"/>
          <a:ext cx="10265786" cy="29619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Picture 4">
            <a:extLst>
              <a:ext uri="{FF2B5EF4-FFF2-40B4-BE49-F238E27FC236}">
                <a16:creationId xmlns:a16="http://schemas.microsoft.com/office/drawing/2014/main" id="{EA17F452-C0D9-1AB0-5720-B862294978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1189" y="-786"/>
            <a:ext cx="1640811" cy="40336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4218648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B5D023AC-62C2-42A6-8F47-1B13E93F3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5F3F3BDE-2140-489D-8253-04148340C2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BB0DEC0A-0272-4DAC-8198-CAE231F269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6465D358-7F51-49C1-B8D7-E4B47CBD6B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01831D6-EF1B-4BD3-880F-9E95AF180B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91140846-64D9-452C-B0E4-F3E4E3D2F8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BCFA9266-C641-497C-AAFE-359C3CB1B4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0E4AADC-36C2-4D7F-95C4-0FFE91291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58CB9C53-A3EF-46B8-827F-F9BA4D44D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2044DE8F-DD7B-46F5-B6E0-CC1EF59725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BFB551BB-A1CB-4EB2-9476-1919E3AEFC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A0B5AA31-6CA8-48E4-AB3A-D27C72861C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22242CAF-53F4-47AD-8DE5-FAD9D6E32F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D23B1CF-992B-455E-80B8-A03C1F9E57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30"/>
            <a:ext cx="2356675" cy="6853284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25" name="Freeform 27">
              <a:extLst>
                <a:ext uri="{FF2B5EF4-FFF2-40B4-BE49-F238E27FC236}">
                  <a16:creationId xmlns:a16="http://schemas.microsoft.com/office/drawing/2014/main" id="{3621E401-BCCC-4591-AFB6-FF4F6F0CF0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8">
              <a:extLst>
                <a:ext uri="{FF2B5EF4-FFF2-40B4-BE49-F238E27FC236}">
                  <a16:creationId xmlns:a16="http://schemas.microsoft.com/office/drawing/2014/main" id="{86FEBA9B-2268-4ED8-9FCF-90577FC4C2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9">
              <a:extLst>
                <a:ext uri="{FF2B5EF4-FFF2-40B4-BE49-F238E27FC236}">
                  <a16:creationId xmlns:a16="http://schemas.microsoft.com/office/drawing/2014/main" id="{5D43026A-1267-4751-BD09-0342C4E35C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30">
              <a:extLst>
                <a:ext uri="{FF2B5EF4-FFF2-40B4-BE49-F238E27FC236}">
                  <a16:creationId xmlns:a16="http://schemas.microsoft.com/office/drawing/2014/main" id="{B1F886CD-A0B6-4915-AC4E-577FFCDA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31">
              <a:extLst>
                <a:ext uri="{FF2B5EF4-FFF2-40B4-BE49-F238E27FC236}">
                  <a16:creationId xmlns:a16="http://schemas.microsoft.com/office/drawing/2014/main" id="{F8DB4C85-08BA-4299-B81B-EEC8C6807E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32">
              <a:extLst>
                <a:ext uri="{FF2B5EF4-FFF2-40B4-BE49-F238E27FC236}">
                  <a16:creationId xmlns:a16="http://schemas.microsoft.com/office/drawing/2014/main" id="{97DAFC9B-7A51-40C4-98A7-C3866A0E24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3">
              <a:extLst>
                <a:ext uri="{FF2B5EF4-FFF2-40B4-BE49-F238E27FC236}">
                  <a16:creationId xmlns:a16="http://schemas.microsoft.com/office/drawing/2014/main" id="{1697E377-0BD7-4269-8083-39DE597A8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4">
              <a:extLst>
                <a:ext uri="{FF2B5EF4-FFF2-40B4-BE49-F238E27FC236}">
                  <a16:creationId xmlns:a16="http://schemas.microsoft.com/office/drawing/2014/main" id="{A30A0322-A443-45F4-92DE-33E897D013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5">
              <a:extLst>
                <a:ext uri="{FF2B5EF4-FFF2-40B4-BE49-F238E27FC236}">
                  <a16:creationId xmlns:a16="http://schemas.microsoft.com/office/drawing/2014/main" id="{AA857B57-CB48-4CB3-AEB4-ED95BB41F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6">
              <a:extLst>
                <a:ext uri="{FF2B5EF4-FFF2-40B4-BE49-F238E27FC236}">
                  <a16:creationId xmlns:a16="http://schemas.microsoft.com/office/drawing/2014/main" id="{CFAA585E-8C81-4993-B1A5-722B92E2D2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7">
              <a:extLst>
                <a:ext uri="{FF2B5EF4-FFF2-40B4-BE49-F238E27FC236}">
                  <a16:creationId xmlns:a16="http://schemas.microsoft.com/office/drawing/2014/main" id="{F385A8F0-B4E5-4E4F-8CB7-52232701C5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8">
              <a:extLst>
                <a:ext uri="{FF2B5EF4-FFF2-40B4-BE49-F238E27FC236}">
                  <a16:creationId xmlns:a16="http://schemas.microsoft.com/office/drawing/2014/main" id="{270B92A0-E4C8-4624-9B4C-DF4D29011F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83692DF2-D2F9-452E-8E4F-5103B4D231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0" name="Freeform 11">
            <a:extLst>
              <a:ext uri="{FF2B5EF4-FFF2-40B4-BE49-F238E27FC236}">
                <a16:creationId xmlns:a16="http://schemas.microsoft.com/office/drawing/2014/main" id="{FAE7B874-F825-4748-AB77-79FD3F9B22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BE0789E-91A7-4246-978E-A17FE1BF95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795735" cy="6858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3C6C0BD2-8B3C-4042-B4EE-5DB7665A3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  <a:solidFill>
            <a:schemeClr val="bg2"/>
          </a:solidFill>
        </p:grpSpPr>
        <p:sp>
          <p:nvSpPr>
            <p:cNvPr id="45" name="Freeform 27">
              <a:extLst>
                <a:ext uri="{FF2B5EF4-FFF2-40B4-BE49-F238E27FC236}">
                  <a16:creationId xmlns:a16="http://schemas.microsoft.com/office/drawing/2014/main" id="{5F53669F-C1E6-43B8-AC6F-B44CE56BF7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28">
              <a:extLst>
                <a:ext uri="{FF2B5EF4-FFF2-40B4-BE49-F238E27FC236}">
                  <a16:creationId xmlns:a16="http://schemas.microsoft.com/office/drawing/2014/main" id="{53966C25-DAEA-4318-8FBC-EC6FF8F5A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29">
              <a:extLst>
                <a:ext uri="{FF2B5EF4-FFF2-40B4-BE49-F238E27FC236}">
                  <a16:creationId xmlns:a16="http://schemas.microsoft.com/office/drawing/2014/main" id="{ED6EA716-EAD4-4023-8673-0809A1E24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30">
              <a:extLst>
                <a:ext uri="{FF2B5EF4-FFF2-40B4-BE49-F238E27FC236}">
                  <a16:creationId xmlns:a16="http://schemas.microsoft.com/office/drawing/2014/main" id="{84261748-EFC0-4729-A7BB-A88FDAF6FA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31">
              <a:extLst>
                <a:ext uri="{FF2B5EF4-FFF2-40B4-BE49-F238E27FC236}">
                  <a16:creationId xmlns:a16="http://schemas.microsoft.com/office/drawing/2014/main" id="{2C14F808-CC69-494F-98AC-CB750416C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32">
              <a:extLst>
                <a:ext uri="{FF2B5EF4-FFF2-40B4-BE49-F238E27FC236}">
                  <a16:creationId xmlns:a16="http://schemas.microsoft.com/office/drawing/2014/main" id="{F1CA3607-84D0-4085-A363-796A17B1D7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33">
              <a:extLst>
                <a:ext uri="{FF2B5EF4-FFF2-40B4-BE49-F238E27FC236}">
                  <a16:creationId xmlns:a16="http://schemas.microsoft.com/office/drawing/2014/main" id="{491E6160-2958-4A90-8B50-EDA182AAB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34">
              <a:extLst>
                <a:ext uri="{FF2B5EF4-FFF2-40B4-BE49-F238E27FC236}">
                  <a16:creationId xmlns:a16="http://schemas.microsoft.com/office/drawing/2014/main" id="{559F6CB7-E057-499B-A859-3602769892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35">
              <a:extLst>
                <a:ext uri="{FF2B5EF4-FFF2-40B4-BE49-F238E27FC236}">
                  <a16:creationId xmlns:a16="http://schemas.microsoft.com/office/drawing/2014/main" id="{FF12353D-CF89-4D03-8075-C161824E2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36">
              <a:extLst>
                <a:ext uri="{FF2B5EF4-FFF2-40B4-BE49-F238E27FC236}">
                  <a16:creationId xmlns:a16="http://schemas.microsoft.com/office/drawing/2014/main" id="{5B91C9D6-FAF2-445B-AF1B-43992602A9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37">
              <a:extLst>
                <a:ext uri="{FF2B5EF4-FFF2-40B4-BE49-F238E27FC236}">
                  <a16:creationId xmlns:a16="http://schemas.microsoft.com/office/drawing/2014/main" id="{570F7A1D-86B1-4AD1-B4A3-9AE2A52C85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38">
              <a:extLst>
                <a:ext uri="{FF2B5EF4-FFF2-40B4-BE49-F238E27FC236}">
                  <a16:creationId xmlns:a16="http://schemas.microsoft.com/office/drawing/2014/main" id="{52C6EBA8-95CC-4FE6-A8E4-3A6911E8A4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AF68F70-5BE5-C77D-34AC-6D8956965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056" y="1093380"/>
            <a:ext cx="3068182" cy="46712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Etapas del Proyecto</a:t>
            </a:r>
            <a:b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Freeform 11">
            <a:extLst>
              <a:ext uri="{FF2B5EF4-FFF2-40B4-BE49-F238E27FC236}">
                <a16:creationId xmlns:a16="http://schemas.microsoft.com/office/drawing/2014/main" id="{15EDA122-4530-45D2-A70A-B1A967AAE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179901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59F9A5-74D3-6727-A007-7BBE7CACDE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8548" y="3246438"/>
            <a:ext cx="59688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fld id="{08AB70BE-1769-45B8-85A6-0C837432C7E6}" type="slidenum">
              <a:rPr lang="en-US" sz="1900">
                <a:latin typeface="+mn-lt"/>
              </a:rPr>
              <a:pPr algn="r">
                <a:lnSpc>
                  <a:spcPct val="90000"/>
                </a:lnSpc>
                <a:spcAft>
                  <a:spcPts val="600"/>
                </a:spcAft>
              </a:pPr>
              <a:t>8</a:t>
            </a:fld>
            <a:endParaRPr lang="en-US" sz="1900">
              <a:latin typeface="+mn-lt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782F52E-0F94-4BFC-9F89-B054DDEAB9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736" y="0"/>
            <a:ext cx="7396264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9C7855-2DF9-378D-7D72-48E16A56951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285509" y="1093380"/>
            <a:ext cx="6219103" cy="467925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100" b="1" i="1" dirty="0"/>
              <a:t>Fase 1:</a:t>
            </a:r>
            <a:r>
              <a:rPr lang="en-US" sz="1100" i="1" dirty="0"/>
              <a:t> </a:t>
            </a:r>
            <a:r>
              <a:rPr lang="en-US" sz="1100" i="1" dirty="0" err="1"/>
              <a:t>Definición</a:t>
            </a:r>
            <a:r>
              <a:rPr lang="en-US" sz="1100" i="1" dirty="0"/>
              <a:t> de </a:t>
            </a:r>
            <a:r>
              <a:rPr lang="en-US" sz="1100" i="1" dirty="0" err="1"/>
              <a:t>requerimientos</a:t>
            </a:r>
            <a:r>
              <a:rPr lang="en-US" sz="1100" i="1" dirty="0"/>
              <a:t>, </a:t>
            </a:r>
            <a:r>
              <a:rPr lang="en-US" sz="1100" i="1" dirty="0" err="1"/>
              <a:t>diseño</a:t>
            </a:r>
            <a:r>
              <a:rPr lang="en-US" sz="1100" i="1" dirty="0"/>
              <a:t> de la </a:t>
            </a:r>
            <a:r>
              <a:rPr lang="en-US" sz="1100" i="1" dirty="0" err="1"/>
              <a:t>arquitectura</a:t>
            </a:r>
            <a:r>
              <a:rPr lang="en-US" sz="1100" i="1" dirty="0"/>
              <a:t> y del </a:t>
            </a:r>
            <a:r>
              <a:rPr lang="en-US" sz="1100" i="1" dirty="0" err="1"/>
              <a:t>modelo</a:t>
            </a:r>
            <a:r>
              <a:rPr lang="en-US" sz="1100" i="1" dirty="0"/>
              <a:t> de </a:t>
            </a:r>
            <a:r>
              <a:rPr lang="en-US" sz="1100" i="1" dirty="0" err="1"/>
              <a:t>datos</a:t>
            </a:r>
            <a:r>
              <a:rPr lang="en-US" sz="1100" i="1" dirty="0"/>
              <a:t>, y </a:t>
            </a:r>
            <a:r>
              <a:rPr lang="en-US" sz="1100" i="1" dirty="0" err="1"/>
              <a:t>elaboración</a:t>
            </a:r>
            <a:r>
              <a:rPr lang="en-US" sz="1100" i="1" dirty="0"/>
              <a:t> del plan de </a:t>
            </a:r>
            <a:r>
              <a:rPr lang="en-US" sz="1100" i="1" dirty="0" err="1"/>
              <a:t>trabajo</a:t>
            </a:r>
            <a:r>
              <a:rPr lang="en-US" sz="1100" i="1" dirty="0"/>
              <a:t>.</a:t>
            </a:r>
            <a:endParaRPr lang="en-US" sz="1100" dirty="0"/>
          </a:p>
          <a:p>
            <a:pPr lv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100" b="1" i="1" dirty="0"/>
              <a:t>Fase 2:</a:t>
            </a:r>
            <a:r>
              <a:rPr lang="en-US" sz="1100" i="1" dirty="0"/>
              <a:t> </a:t>
            </a:r>
            <a:r>
              <a:rPr lang="en-US" sz="1100" i="1" dirty="0" err="1"/>
              <a:t>Configuración</a:t>
            </a:r>
            <a:r>
              <a:rPr lang="en-US" sz="1100" i="1" dirty="0"/>
              <a:t> del </a:t>
            </a:r>
            <a:r>
              <a:rPr lang="en-US" sz="1100" i="1" dirty="0" err="1"/>
              <a:t>entorno</a:t>
            </a:r>
            <a:r>
              <a:rPr lang="en-US" sz="1100" i="1" dirty="0"/>
              <a:t> y </a:t>
            </a:r>
            <a:r>
              <a:rPr lang="en-US" sz="1100" i="1" dirty="0" err="1"/>
              <a:t>desarollo</a:t>
            </a:r>
            <a:r>
              <a:rPr lang="en-US" sz="1100" i="1" dirty="0"/>
              <a:t>.</a:t>
            </a:r>
            <a:endParaRPr lang="en-US" sz="1100" dirty="0"/>
          </a:p>
          <a:p>
            <a:pPr lv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100" b="1" i="1" dirty="0"/>
              <a:t>Fase 3:</a:t>
            </a:r>
            <a:r>
              <a:rPr lang="en-US" sz="1100" i="1" dirty="0"/>
              <a:t> </a:t>
            </a:r>
            <a:r>
              <a:rPr lang="en-US" sz="1100" i="1" dirty="0" err="1"/>
              <a:t>Validación</a:t>
            </a:r>
            <a:r>
              <a:rPr lang="en-US" sz="1100" i="1" dirty="0"/>
              <a:t> intermedia, </a:t>
            </a:r>
            <a:r>
              <a:rPr lang="en-US" sz="1100" i="1" dirty="0" err="1"/>
              <a:t>pruebas</a:t>
            </a:r>
            <a:r>
              <a:rPr lang="en-US" sz="1100" i="1" dirty="0"/>
              <a:t> de </a:t>
            </a:r>
            <a:r>
              <a:rPr lang="en-US" sz="1100" i="1" dirty="0" err="1"/>
              <a:t>seguridad</a:t>
            </a:r>
            <a:r>
              <a:rPr lang="en-US" sz="1100" i="1" dirty="0"/>
              <a:t>, </a:t>
            </a:r>
            <a:r>
              <a:rPr lang="en-US" sz="1100" i="1" dirty="0" err="1"/>
              <a:t>identificación</a:t>
            </a:r>
            <a:r>
              <a:rPr lang="en-US" sz="1100" i="1" dirty="0"/>
              <a:t> de </a:t>
            </a:r>
            <a:r>
              <a:rPr lang="en-US" sz="1100" i="1" dirty="0" err="1"/>
              <a:t>vulnerabilidades</a:t>
            </a:r>
            <a:r>
              <a:rPr lang="en-US" sz="1100" i="1" dirty="0"/>
              <a:t> </a:t>
            </a:r>
            <a:r>
              <a:rPr lang="en-US" sz="1100" i="1" dirty="0" err="1"/>
              <a:t>menores</a:t>
            </a:r>
            <a:r>
              <a:rPr lang="en-US" sz="1100" i="1" dirty="0"/>
              <a:t> y </a:t>
            </a:r>
            <a:r>
              <a:rPr lang="en-US" sz="1100" i="1" dirty="0" err="1"/>
              <a:t>aplicación</a:t>
            </a:r>
            <a:r>
              <a:rPr lang="en-US" sz="1100" i="1" dirty="0"/>
              <a:t> de </a:t>
            </a:r>
            <a:r>
              <a:rPr lang="en-US" sz="1100" i="1" dirty="0" err="1"/>
              <a:t>mejoras</a:t>
            </a:r>
            <a:r>
              <a:rPr lang="en-US" sz="1100" i="1" dirty="0"/>
              <a:t> previas al </a:t>
            </a:r>
            <a:r>
              <a:rPr lang="en-US" sz="1100" i="1" dirty="0" err="1"/>
              <a:t>cierre</a:t>
            </a:r>
            <a:r>
              <a:rPr lang="en-US" sz="1100" i="1" dirty="0"/>
              <a:t> del </a:t>
            </a:r>
            <a:r>
              <a:rPr lang="en-US" sz="1100" i="1" dirty="0" err="1"/>
              <a:t>proyecto</a:t>
            </a:r>
            <a:r>
              <a:rPr lang="en-US" sz="1100" i="1" dirty="0"/>
              <a:t>.</a:t>
            </a:r>
            <a:endParaRPr lang="en-US" sz="1100" dirty="0"/>
          </a:p>
          <a:p>
            <a:pPr lv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</a:pPr>
            <a:endParaRPr lang="en-US" sz="1100" b="1" i="1" dirty="0"/>
          </a:p>
          <a:p>
            <a:pPr marL="0" indent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None/>
            </a:pPr>
            <a:endParaRPr lang="en-US" sz="1100" dirty="0"/>
          </a:p>
        </p:txBody>
      </p:sp>
      <p:graphicFrame>
        <p:nvGraphicFramePr>
          <p:cNvPr id="62" name="TextBox 5">
            <a:extLst>
              <a:ext uri="{FF2B5EF4-FFF2-40B4-BE49-F238E27FC236}">
                <a16:creationId xmlns:a16="http://schemas.microsoft.com/office/drawing/2014/main" id="{D79D0813-4E5F-9D9F-40E8-AF29BDDF045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950862"/>
              </p:ext>
            </p:extLst>
          </p:nvPr>
        </p:nvGraphicFramePr>
        <p:xfrm>
          <a:off x="5196746" y="3873730"/>
          <a:ext cx="6563190" cy="29238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8" name="Picture 4">
            <a:extLst>
              <a:ext uri="{FF2B5EF4-FFF2-40B4-BE49-F238E27FC236}">
                <a16:creationId xmlns:a16="http://schemas.microsoft.com/office/drawing/2014/main" id="{3CAC8C06-49CF-3ACC-4A67-CBD32E6BF1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1189" y="-786"/>
            <a:ext cx="1640811" cy="40336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004123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95B45654-1E41-4D0C-AA8C-A46B1AC386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D39BB06B-F9E3-4C9A-8A74-5BF85D948B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21454BBF-CB9C-4FF6-915A-4ADCC85C1F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F1D72402-9D54-465B-9656-8F938318DD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85BE8435-1920-4535-AA32-B6F5DB36B6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BB1A2F77-E480-4E18-A13F-2B952567D3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0B0B76BF-DCF4-4EB9-969C-3805C02563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7">
              <a:extLst>
                <a:ext uri="{FF2B5EF4-FFF2-40B4-BE49-F238E27FC236}">
                  <a16:creationId xmlns:a16="http://schemas.microsoft.com/office/drawing/2014/main" id="{E997E693-06AC-4EC9-89D3-954C32A1AE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8">
              <a:extLst>
                <a:ext uri="{FF2B5EF4-FFF2-40B4-BE49-F238E27FC236}">
                  <a16:creationId xmlns:a16="http://schemas.microsoft.com/office/drawing/2014/main" id="{E252D29B-22CB-4CC3-B107-E0C6C3A0EC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9">
              <a:extLst>
                <a:ext uri="{FF2B5EF4-FFF2-40B4-BE49-F238E27FC236}">
                  <a16:creationId xmlns:a16="http://schemas.microsoft.com/office/drawing/2014/main" id="{DF9C1965-DC01-463D-BD42-F93D1192A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91BDE1D7-423A-465A-B4C9-EA3CD265DC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6D1A970E-B87C-430F-BB94-4A55F2E555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CAE781ED-FA4B-4175-9944-54B576CAE3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CA928F7-3AF8-43CC-94D9-7975B422AA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30"/>
            <a:ext cx="2356675" cy="6853284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C085AF0E-C55A-4484-A20D-5FFF046C16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2401E571-D69A-4A04-B9F8-FF90006F91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02F27D18-A26B-464F-B52F-52EF4166E4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9B2EF7E3-8AD6-4114-883F-64ED2F816F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1">
              <a:extLst>
                <a:ext uri="{FF2B5EF4-FFF2-40B4-BE49-F238E27FC236}">
                  <a16:creationId xmlns:a16="http://schemas.microsoft.com/office/drawing/2014/main" id="{3E5BBFA2-0C3A-4832-B823-66E6C73731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9C382B9F-1916-4465-9B86-E5D180E3DD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3">
              <a:extLst>
                <a:ext uri="{FF2B5EF4-FFF2-40B4-BE49-F238E27FC236}">
                  <a16:creationId xmlns:a16="http://schemas.microsoft.com/office/drawing/2014/main" id="{DA9C5780-AB44-4111-AD14-B9CDC7D742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4">
              <a:extLst>
                <a:ext uri="{FF2B5EF4-FFF2-40B4-BE49-F238E27FC236}">
                  <a16:creationId xmlns:a16="http://schemas.microsoft.com/office/drawing/2014/main" id="{583D8553-2965-4E5F-B403-CD08C4529A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5">
              <a:extLst>
                <a:ext uri="{FF2B5EF4-FFF2-40B4-BE49-F238E27FC236}">
                  <a16:creationId xmlns:a16="http://schemas.microsoft.com/office/drawing/2014/main" id="{7CD7A569-E069-4B39-A2E7-6B736647F4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79C6BC1-0E07-4A80-A633-BC50D3228E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7">
              <a:extLst>
                <a:ext uri="{FF2B5EF4-FFF2-40B4-BE49-F238E27FC236}">
                  <a16:creationId xmlns:a16="http://schemas.microsoft.com/office/drawing/2014/main" id="{B847BAD8-EE16-46EF-9F1D-2E69AB93A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8">
              <a:extLst>
                <a:ext uri="{FF2B5EF4-FFF2-40B4-BE49-F238E27FC236}">
                  <a16:creationId xmlns:a16="http://schemas.microsoft.com/office/drawing/2014/main" id="{99A4F28A-BC31-4132-8833-AB6E2F2A52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4CD9E3B6-76D9-4C3C-8904-66301FE630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2" name="Freeform 11">
            <a:extLst>
              <a:ext uri="{FF2B5EF4-FFF2-40B4-BE49-F238E27FC236}">
                <a16:creationId xmlns:a16="http://schemas.microsoft.com/office/drawing/2014/main" id="{F6E9CBB2-EB9C-464A-91BC-C5124ACC8D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847D3502-15D7-40E3-8799-AADA72E46B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29A38D-E594-12C0-46F3-5AC9D0767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645106"/>
            <a:ext cx="3650279" cy="125989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Medidas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seguridad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84DC666-97B4-4AC4-9916-A1936C2F64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EB6811-0C5A-5BFC-C04E-1DDA97FCB3D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49224" y="2072277"/>
            <a:ext cx="4304878" cy="3759253"/>
          </a:xfrm>
        </p:spPr>
        <p:txBody>
          <a:bodyPr vert="horz" lIns="91440" tIns="45720" rIns="91440" bIns="45720" rtlCol="0">
            <a:normAutofit/>
          </a:bodyPr>
          <a:lstStyle/>
          <a:p>
            <a:pPr lv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300" dirty="0"/>
              <a:t>PBKDF2 (con salt + </a:t>
            </a:r>
            <a:r>
              <a:rPr lang="en-US" sz="1300" dirty="0" err="1"/>
              <a:t>iteraciones</a:t>
            </a:r>
            <a:r>
              <a:rPr lang="en-US" sz="1300" dirty="0"/>
              <a:t> </a:t>
            </a:r>
            <a:r>
              <a:rPr lang="en-US" sz="1300" dirty="0" err="1"/>
              <a:t>elevadas</a:t>
            </a:r>
            <a:r>
              <a:rPr lang="en-US" sz="1300" dirty="0"/>
              <a:t>) para </a:t>
            </a:r>
            <a:r>
              <a:rPr lang="en-US" sz="1300" dirty="0" err="1"/>
              <a:t>almacenamiento</a:t>
            </a:r>
            <a:r>
              <a:rPr lang="en-US" sz="1300" dirty="0"/>
              <a:t> de </a:t>
            </a:r>
            <a:r>
              <a:rPr lang="en-US" sz="1300" dirty="0" err="1"/>
              <a:t>contraseña</a:t>
            </a:r>
            <a:r>
              <a:rPr lang="en-US" sz="1300" dirty="0"/>
              <a:t>.</a:t>
            </a:r>
          </a:p>
          <a:p>
            <a:pPr lv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300" dirty="0"/>
              <a:t>AES-GCM para </a:t>
            </a:r>
            <a:r>
              <a:rPr lang="en-US" sz="1300" dirty="0" err="1"/>
              <a:t>cifrado</a:t>
            </a:r>
            <a:r>
              <a:rPr lang="en-US" sz="1300" dirty="0"/>
              <a:t> de </a:t>
            </a:r>
            <a:r>
              <a:rPr lang="en-US" sz="1300" dirty="0" err="1"/>
              <a:t>datos</a:t>
            </a:r>
            <a:r>
              <a:rPr lang="en-US" sz="1300" dirty="0"/>
              <a:t> </a:t>
            </a:r>
            <a:r>
              <a:rPr lang="en-US" sz="1300" dirty="0" err="1"/>
              <a:t>sensibles</a:t>
            </a:r>
            <a:r>
              <a:rPr lang="en-US" sz="1300" dirty="0"/>
              <a:t> (passkeys).</a:t>
            </a:r>
          </a:p>
          <a:p>
            <a:pPr lv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300" dirty="0"/>
              <a:t>Salts </a:t>
            </a:r>
            <a:r>
              <a:rPr lang="en-US" sz="1300" dirty="0" err="1"/>
              <a:t>aleatorios</a:t>
            </a:r>
            <a:r>
              <a:rPr lang="en-US" sz="1300" dirty="0"/>
              <a:t> y </a:t>
            </a:r>
            <a:r>
              <a:rPr lang="en-US" sz="1300" dirty="0" err="1"/>
              <a:t>usos</a:t>
            </a:r>
            <a:r>
              <a:rPr lang="en-US" sz="1300" dirty="0"/>
              <a:t> </a:t>
            </a:r>
            <a:r>
              <a:rPr lang="en-US" sz="1300" dirty="0" err="1"/>
              <a:t>correctos</a:t>
            </a:r>
            <a:r>
              <a:rPr lang="en-US" sz="1300" dirty="0"/>
              <a:t> de IV.</a:t>
            </a:r>
          </a:p>
          <a:p>
            <a:pPr lv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300" dirty="0" err="1"/>
              <a:t>Almacenamiento</a:t>
            </a:r>
            <a:r>
              <a:rPr lang="en-US" sz="1300" dirty="0"/>
              <a:t> de </a:t>
            </a:r>
            <a:r>
              <a:rPr lang="en-US" sz="1300" dirty="0" err="1"/>
              <a:t>datos</a:t>
            </a:r>
            <a:r>
              <a:rPr lang="en-US" sz="1300" dirty="0"/>
              <a:t> </a:t>
            </a:r>
            <a:r>
              <a:rPr lang="en-US" sz="1300" dirty="0" err="1"/>
              <a:t>cifrados</a:t>
            </a:r>
            <a:r>
              <a:rPr lang="en-US" sz="1300" dirty="0"/>
              <a:t> </a:t>
            </a:r>
            <a:r>
              <a:rPr lang="en-US" sz="1300" dirty="0" err="1"/>
              <a:t>en</a:t>
            </a:r>
            <a:r>
              <a:rPr lang="en-US" sz="1300" dirty="0"/>
              <a:t> </a:t>
            </a:r>
            <a:r>
              <a:rPr lang="en-US" sz="1300" dirty="0" err="1"/>
              <a:t>IndexedDB</a:t>
            </a:r>
            <a:r>
              <a:rPr lang="en-US" sz="1300" dirty="0"/>
              <a:t>.</a:t>
            </a:r>
          </a:p>
          <a:p>
            <a:pPr marL="0" indent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None/>
            </a:pPr>
            <a:endParaRPr lang="en-US" sz="13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438C4B0-A945-57A8-9455-80CEA7F232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0756" y="622434"/>
            <a:ext cx="4892020" cy="2140259"/>
          </a:xfrm>
          <a:prstGeom prst="rect">
            <a:avLst/>
          </a:prstGeom>
        </p:spPr>
      </p:pic>
      <p:sp>
        <p:nvSpPr>
          <p:cNvPr id="48" name="Freeform 43">
            <a:extLst>
              <a:ext uri="{FF2B5EF4-FFF2-40B4-BE49-F238E27FC236}">
                <a16:creationId xmlns:a16="http://schemas.microsoft.com/office/drawing/2014/main" id="{4EEFCCD7-9BFF-47EA-9C91-94E380FD80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182880" y="6061223"/>
            <a:ext cx="855156" cy="506277"/>
          </a:xfrm>
          <a:custGeom>
            <a:avLst/>
            <a:gdLst>
              <a:gd name="connsiteX0" fmla="*/ 0 w 855156"/>
              <a:gd name="connsiteY0" fmla="*/ 506277 h 506277"/>
              <a:gd name="connsiteX1" fmla="*/ 509169 w 855156"/>
              <a:gd name="connsiteY1" fmla="*/ 505572 h 506277"/>
              <a:gd name="connsiteX2" fmla="*/ 599864 w 855156"/>
              <a:gd name="connsiteY2" fmla="*/ 505572 h 506277"/>
              <a:gd name="connsiteX3" fmla="*/ 614121 w 855156"/>
              <a:gd name="connsiteY3" fmla="*/ 500804 h 506277"/>
              <a:gd name="connsiteX4" fmla="*/ 619102 w 855156"/>
              <a:gd name="connsiteY4" fmla="*/ 496035 h 506277"/>
              <a:gd name="connsiteX5" fmla="*/ 848071 w 855156"/>
              <a:gd name="connsiteY5" fmla="*/ 267092 h 506277"/>
              <a:gd name="connsiteX6" fmla="*/ 848071 w 855156"/>
              <a:gd name="connsiteY6" fmla="*/ 238480 h 506277"/>
              <a:gd name="connsiteX7" fmla="*/ 619102 w 855156"/>
              <a:gd name="connsiteY7" fmla="*/ 9537 h 506277"/>
              <a:gd name="connsiteX8" fmla="*/ 614121 w 855156"/>
              <a:gd name="connsiteY8" fmla="*/ 4769 h 506277"/>
              <a:gd name="connsiteX9" fmla="*/ 599864 w 855156"/>
              <a:gd name="connsiteY9" fmla="*/ 0 h 506277"/>
              <a:gd name="connsiteX10" fmla="*/ 509169 w 855156"/>
              <a:gd name="connsiteY10" fmla="*/ 0 h 506277"/>
              <a:gd name="connsiteX11" fmla="*/ 0 w 855156"/>
              <a:gd name="connsiteY11" fmla="*/ 144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55156" h="506277">
                <a:moveTo>
                  <a:pt x="0" y="506277"/>
                </a:moveTo>
                <a:lnTo>
                  <a:pt x="509169" y="505572"/>
                </a:lnTo>
                <a:lnTo>
                  <a:pt x="599864" y="505572"/>
                </a:lnTo>
                <a:cubicBezTo>
                  <a:pt x="604673" y="505572"/>
                  <a:pt x="609483" y="500804"/>
                  <a:pt x="614121" y="500804"/>
                </a:cubicBezTo>
                <a:cubicBezTo>
                  <a:pt x="614121" y="496035"/>
                  <a:pt x="619102" y="496035"/>
                  <a:pt x="619102" y="496035"/>
                </a:cubicBezTo>
                <a:lnTo>
                  <a:pt x="848071" y="267092"/>
                </a:lnTo>
                <a:cubicBezTo>
                  <a:pt x="857518" y="257555"/>
                  <a:pt x="857518" y="248018"/>
                  <a:pt x="848071" y="238480"/>
                </a:cubicBezTo>
                <a:lnTo>
                  <a:pt x="619102" y="9537"/>
                </a:lnTo>
                <a:cubicBezTo>
                  <a:pt x="617556" y="7914"/>
                  <a:pt x="615667" y="6392"/>
                  <a:pt x="614121" y="4769"/>
                </a:cubicBezTo>
                <a:cubicBezTo>
                  <a:pt x="609483" y="0"/>
                  <a:pt x="604673" y="0"/>
                  <a:pt x="599864" y="0"/>
                </a:cubicBezTo>
                <a:lnTo>
                  <a:pt x="509169" y="0"/>
                </a:lnTo>
                <a:lnTo>
                  <a:pt x="0" y="144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3796C8-B96D-7059-CBC1-61DAFBC8E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1514" y="6133610"/>
            <a:ext cx="77976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lnSpc>
                <a:spcPct val="90000"/>
              </a:lnSpc>
              <a:spcAft>
                <a:spcPts val="600"/>
              </a:spcAft>
            </a:pPr>
            <a:fld id="{08AB70BE-1769-45B8-85A6-0C837432C7E6}" type="slidenum">
              <a:rPr lang="en-US" sz="1900" smtClean="0">
                <a:solidFill>
                  <a:srgbClr val="FEFFFF"/>
                </a:solidFill>
                <a:latin typeface="+mn-lt"/>
              </a:rPr>
              <a:pPr algn="r" defTabSz="914400">
                <a:lnSpc>
                  <a:spcPct val="90000"/>
                </a:lnSpc>
                <a:spcAft>
                  <a:spcPts val="600"/>
                </a:spcAft>
              </a:pPr>
              <a:t>9</a:t>
            </a:fld>
            <a:endParaRPr lang="en-US" sz="1900">
              <a:solidFill>
                <a:srgbClr val="FEFFFF"/>
              </a:solidFill>
              <a:latin typeface="+mn-lt"/>
            </a:endParaRP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C18034C5-6720-E6FB-7430-2B31F1A926B3}"/>
              </a:ext>
            </a:extLst>
          </p:cNvPr>
          <p:cNvSpPr txBox="1">
            <a:spLocks/>
          </p:cNvSpPr>
          <p:nvPr/>
        </p:nvSpPr>
        <p:spPr>
          <a:xfrm>
            <a:off x="801625" y="2286000"/>
            <a:ext cx="3650278" cy="37592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</a:pPr>
            <a:endParaRPr lang="en-US" sz="1300" dirty="0"/>
          </a:p>
        </p:txBody>
      </p: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334475A6-F080-5D90-8F02-65E4544C2C74}"/>
              </a:ext>
            </a:extLst>
          </p:cNvPr>
          <p:cNvSpPr txBox="1">
            <a:spLocks/>
          </p:cNvSpPr>
          <p:nvPr/>
        </p:nvSpPr>
        <p:spPr>
          <a:xfrm>
            <a:off x="6650756" y="3334039"/>
            <a:ext cx="4892020" cy="37592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None/>
            </a:pPr>
            <a:r>
              <a:rPr lang="es-ES" sz="1100" dirty="0"/>
              <a:t>PBKDF2 (con </a:t>
            </a:r>
            <a:r>
              <a:rPr lang="es-ES" sz="1100" dirty="0" err="1"/>
              <a:t>salt</a:t>
            </a:r>
            <a:r>
              <a:rPr lang="es-ES" sz="1100" dirty="0"/>
              <a:t> + iteraciones) → Es un método para guardar contraseñas de forma </a:t>
            </a:r>
            <a:r>
              <a:rPr lang="es-ES" sz="1100" dirty="0" err="1"/>
              <a:t>segura.Usa</a:t>
            </a:r>
            <a:r>
              <a:rPr lang="es-ES" sz="1100" dirty="0"/>
              <a:t> un </a:t>
            </a:r>
            <a:r>
              <a:rPr lang="es-ES" sz="1100" dirty="0" err="1"/>
              <a:t>salt</a:t>
            </a:r>
            <a:r>
              <a:rPr lang="es-ES" sz="1100" dirty="0"/>
              <a:t> (valor aleatorio) para que cada contraseña tenga un hash </a:t>
            </a:r>
            <a:r>
              <a:rPr lang="es-ES" sz="1100" dirty="0" err="1"/>
              <a:t>único.Aplica</a:t>
            </a:r>
            <a:r>
              <a:rPr lang="es-ES" sz="1100" dirty="0"/>
              <a:t> miles de iteraciones para hacer muy difícil romperlas con fuerza </a:t>
            </a:r>
            <a:r>
              <a:rPr lang="es-ES" sz="1100" dirty="0" err="1"/>
              <a:t>bruta.Resultado</a:t>
            </a:r>
            <a:r>
              <a:rPr lang="es-ES" sz="1100" dirty="0"/>
              <a:t>: se almacena el hash, no la contraseña real.</a:t>
            </a:r>
          </a:p>
          <a:p>
            <a:pPr algn="just">
              <a:buNone/>
            </a:pPr>
            <a:endParaRPr lang="es-ES" sz="1100" dirty="0"/>
          </a:p>
          <a:p>
            <a:pPr algn="just">
              <a:buNone/>
            </a:pPr>
            <a:r>
              <a:rPr lang="es-ES" sz="1100" dirty="0"/>
              <a:t>AES-GCM → Es un algoritmo de cifrado simétrico para proteger datos sensibles. Usa una clave secreta para cifrar y descifrar. El modo GCM asegura también la integridad (detecta si los datos fueron alterados). Ideal para cifrar información como tokens, </a:t>
            </a:r>
            <a:r>
              <a:rPr lang="es-ES" sz="1100" dirty="0" err="1"/>
              <a:t>passkeys</a:t>
            </a:r>
            <a:r>
              <a:rPr lang="es-ES" sz="1100" dirty="0"/>
              <a:t> o archivos privados.</a:t>
            </a: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02040CF4-823A-4E49-5A35-4B62195412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192" y="4209669"/>
            <a:ext cx="4315427" cy="1162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0349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01695B43-31F9-4244-9D31-678C0E2D77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8186B16E-3413-455E-AD25-A9FA0C7C79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FCF8FFA5-512C-4844-B3AC-EC12C6E7D1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3">
              <a:extLst>
                <a:ext uri="{FF2B5EF4-FFF2-40B4-BE49-F238E27FC236}">
                  <a16:creationId xmlns:a16="http://schemas.microsoft.com/office/drawing/2014/main" id="{22AE385B-CFC3-45DE-ABB2-22E353A2F2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4">
              <a:extLst>
                <a:ext uri="{FF2B5EF4-FFF2-40B4-BE49-F238E27FC236}">
                  <a16:creationId xmlns:a16="http://schemas.microsoft.com/office/drawing/2014/main" id="{355C8BF8-564D-4041-92AF-A75E2F2F5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349322DE-3527-4994-927F-A809B2AFDC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6">
              <a:extLst>
                <a:ext uri="{FF2B5EF4-FFF2-40B4-BE49-F238E27FC236}">
                  <a16:creationId xmlns:a16="http://schemas.microsoft.com/office/drawing/2014/main" id="{AD2B60AD-C60E-433E-ABE0-BC0DC80965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7">
              <a:extLst>
                <a:ext uri="{FF2B5EF4-FFF2-40B4-BE49-F238E27FC236}">
                  <a16:creationId xmlns:a16="http://schemas.microsoft.com/office/drawing/2014/main" id="{C492CF3E-861F-4675-9F39-A9C793B61E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214B6796-3278-46A9-B7CA-D6FB3FA602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9">
              <a:extLst>
                <a:ext uri="{FF2B5EF4-FFF2-40B4-BE49-F238E27FC236}">
                  <a16:creationId xmlns:a16="http://schemas.microsoft.com/office/drawing/2014/main" id="{7983788E-CCBA-4DB8-A5F1-D85CCFBCDB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0">
              <a:extLst>
                <a:ext uri="{FF2B5EF4-FFF2-40B4-BE49-F238E27FC236}">
                  <a16:creationId xmlns:a16="http://schemas.microsoft.com/office/drawing/2014/main" id="{767B0C9D-44C7-46BA-9BFF-872A61804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1">
              <a:extLst>
                <a:ext uri="{FF2B5EF4-FFF2-40B4-BE49-F238E27FC236}">
                  <a16:creationId xmlns:a16="http://schemas.microsoft.com/office/drawing/2014/main" id="{11F8FFD9-C04F-49B2-96EB-28B7F78ADA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2">
              <a:extLst>
                <a:ext uri="{FF2B5EF4-FFF2-40B4-BE49-F238E27FC236}">
                  <a16:creationId xmlns:a16="http://schemas.microsoft.com/office/drawing/2014/main" id="{F4ABFA56-2C1F-44E3-9032-DAB6326812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ACF95E6-7054-4F41-A9EA-EECB0E1127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30"/>
            <a:ext cx="2356675" cy="6853284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33" name="Freeform 27">
              <a:extLst>
                <a:ext uri="{FF2B5EF4-FFF2-40B4-BE49-F238E27FC236}">
                  <a16:creationId xmlns:a16="http://schemas.microsoft.com/office/drawing/2014/main" id="{BBBD0526-C842-4D59-99D8-D5FC972E30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8">
              <a:extLst>
                <a:ext uri="{FF2B5EF4-FFF2-40B4-BE49-F238E27FC236}">
                  <a16:creationId xmlns:a16="http://schemas.microsoft.com/office/drawing/2014/main" id="{6224A5BC-CF52-49E1-AC83-913742A15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9">
              <a:extLst>
                <a:ext uri="{FF2B5EF4-FFF2-40B4-BE49-F238E27FC236}">
                  <a16:creationId xmlns:a16="http://schemas.microsoft.com/office/drawing/2014/main" id="{7D07C1A0-36C3-416D-829C-19A3509F54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0">
              <a:extLst>
                <a:ext uri="{FF2B5EF4-FFF2-40B4-BE49-F238E27FC236}">
                  <a16:creationId xmlns:a16="http://schemas.microsoft.com/office/drawing/2014/main" id="{E7203C89-47F1-40A6-A5B9-1E750DEF7B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1">
              <a:extLst>
                <a:ext uri="{FF2B5EF4-FFF2-40B4-BE49-F238E27FC236}">
                  <a16:creationId xmlns:a16="http://schemas.microsoft.com/office/drawing/2014/main" id="{2412B172-1B47-440E-BA93-BED9D73D5E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2">
              <a:extLst>
                <a:ext uri="{FF2B5EF4-FFF2-40B4-BE49-F238E27FC236}">
                  <a16:creationId xmlns:a16="http://schemas.microsoft.com/office/drawing/2014/main" id="{A2FFD2C2-CE80-4892-989E-94BFCA190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3">
              <a:extLst>
                <a:ext uri="{FF2B5EF4-FFF2-40B4-BE49-F238E27FC236}">
                  <a16:creationId xmlns:a16="http://schemas.microsoft.com/office/drawing/2014/main" id="{9F8BA034-8EB0-47F2-80B4-9FFA5DF88A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34">
              <a:extLst>
                <a:ext uri="{FF2B5EF4-FFF2-40B4-BE49-F238E27FC236}">
                  <a16:creationId xmlns:a16="http://schemas.microsoft.com/office/drawing/2014/main" id="{816F4717-2DD2-432E-980F-B70CDE3ADE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5">
              <a:extLst>
                <a:ext uri="{FF2B5EF4-FFF2-40B4-BE49-F238E27FC236}">
                  <a16:creationId xmlns:a16="http://schemas.microsoft.com/office/drawing/2014/main" id="{4EB3558C-ABFF-46C7-926A-1F6F4735C5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6">
              <a:extLst>
                <a:ext uri="{FF2B5EF4-FFF2-40B4-BE49-F238E27FC236}">
                  <a16:creationId xmlns:a16="http://schemas.microsoft.com/office/drawing/2014/main" id="{99D63C4C-915B-4552-A9DF-8758A2CCC6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7">
              <a:extLst>
                <a:ext uri="{FF2B5EF4-FFF2-40B4-BE49-F238E27FC236}">
                  <a16:creationId xmlns:a16="http://schemas.microsoft.com/office/drawing/2014/main" id="{A6AD63BD-7C29-429E-9739-97284E0C5F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8">
              <a:extLst>
                <a:ext uri="{FF2B5EF4-FFF2-40B4-BE49-F238E27FC236}">
                  <a16:creationId xmlns:a16="http://schemas.microsoft.com/office/drawing/2014/main" id="{DE0312A6-6DFD-4A75-BFD6-A1201963E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6" name="Rectangle 45">
            <a:extLst>
              <a:ext uri="{FF2B5EF4-FFF2-40B4-BE49-F238E27FC236}">
                <a16:creationId xmlns:a16="http://schemas.microsoft.com/office/drawing/2014/main" id="{740256B3-3A34-4E53-B8DF-35A87BD396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8" name="Freeform 6">
            <a:extLst>
              <a:ext uri="{FF2B5EF4-FFF2-40B4-BE49-F238E27FC236}">
                <a16:creationId xmlns:a16="http://schemas.microsoft.com/office/drawing/2014/main" id="{A263FB94-8148-483B-A12C-1467767E37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3FEB6608-8330-44BA-83BC-19F5FA0BA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535D8B-FDA8-FC1F-BCC7-A4AC29830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1555" y="4521187"/>
            <a:ext cx="8915399" cy="116242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Flujo</a:t>
            </a:r>
            <a:r>
              <a:rPr lang="en-US" sz="5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de </a:t>
            </a:r>
            <a:r>
              <a:rPr lang="en-US" sz="5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uso</a:t>
            </a:r>
            <a:endParaRPr lang="en-US" sz="5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3237E42-0DDC-C766-1EE1-E6E307272C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6519" y="622086"/>
            <a:ext cx="1657258" cy="360273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A353033-E1E0-2BE8-4955-4C4E1F19B3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6149" y="636530"/>
            <a:ext cx="1657258" cy="3602736"/>
          </a:xfrm>
          <a:prstGeom prst="rect">
            <a:avLst/>
          </a:prstGeom>
        </p:spPr>
      </p:pic>
      <p:grpSp>
        <p:nvGrpSpPr>
          <p:cNvPr id="52" name="Group 51">
            <a:extLst>
              <a:ext uri="{FF2B5EF4-FFF2-40B4-BE49-F238E27FC236}">
                <a16:creationId xmlns:a16="http://schemas.microsoft.com/office/drawing/2014/main" id="{FEE1A233-2BA2-4622-87A4-25FD07F81D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53" name="Freeform 11">
              <a:extLst>
                <a:ext uri="{FF2B5EF4-FFF2-40B4-BE49-F238E27FC236}">
                  <a16:creationId xmlns:a16="http://schemas.microsoft.com/office/drawing/2014/main" id="{0CD3AC0E-25F4-4A70-BCB4-0B62A59BF0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12">
              <a:extLst>
                <a:ext uri="{FF2B5EF4-FFF2-40B4-BE49-F238E27FC236}">
                  <a16:creationId xmlns:a16="http://schemas.microsoft.com/office/drawing/2014/main" id="{66D96FBD-A519-47DF-A28D-CC870B3DBE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13">
              <a:extLst>
                <a:ext uri="{FF2B5EF4-FFF2-40B4-BE49-F238E27FC236}">
                  <a16:creationId xmlns:a16="http://schemas.microsoft.com/office/drawing/2014/main" id="{43DC6CD3-B31F-41DE-84E6-976918C7C7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14">
              <a:extLst>
                <a:ext uri="{FF2B5EF4-FFF2-40B4-BE49-F238E27FC236}">
                  <a16:creationId xmlns:a16="http://schemas.microsoft.com/office/drawing/2014/main" id="{014B11C6-A9DF-4BDB-9A52-F1062FED47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15">
              <a:extLst>
                <a:ext uri="{FF2B5EF4-FFF2-40B4-BE49-F238E27FC236}">
                  <a16:creationId xmlns:a16="http://schemas.microsoft.com/office/drawing/2014/main" id="{2140EA04-3E06-4C84-B577-80B806061C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16">
              <a:extLst>
                <a:ext uri="{FF2B5EF4-FFF2-40B4-BE49-F238E27FC236}">
                  <a16:creationId xmlns:a16="http://schemas.microsoft.com/office/drawing/2014/main" id="{8B5D9181-9CB0-49AC-93AF-F45BBD906E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17">
              <a:extLst>
                <a:ext uri="{FF2B5EF4-FFF2-40B4-BE49-F238E27FC236}">
                  <a16:creationId xmlns:a16="http://schemas.microsoft.com/office/drawing/2014/main" id="{2122093A-8FA6-4839-B5FB-6B22A91C5B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18">
              <a:extLst>
                <a:ext uri="{FF2B5EF4-FFF2-40B4-BE49-F238E27FC236}">
                  <a16:creationId xmlns:a16="http://schemas.microsoft.com/office/drawing/2014/main" id="{57E3A54A-BA53-41E2-BBD4-152041C835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19">
              <a:extLst>
                <a:ext uri="{FF2B5EF4-FFF2-40B4-BE49-F238E27FC236}">
                  <a16:creationId xmlns:a16="http://schemas.microsoft.com/office/drawing/2014/main" id="{31752422-9758-4896-AAF7-2915F127E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20">
              <a:extLst>
                <a:ext uri="{FF2B5EF4-FFF2-40B4-BE49-F238E27FC236}">
                  <a16:creationId xmlns:a16="http://schemas.microsoft.com/office/drawing/2014/main" id="{53BF98E7-6146-4D11-9772-3EE6B0D581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21">
              <a:extLst>
                <a:ext uri="{FF2B5EF4-FFF2-40B4-BE49-F238E27FC236}">
                  <a16:creationId xmlns:a16="http://schemas.microsoft.com/office/drawing/2014/main" id="{D1F5C9FF-BC67-40AD-B4BE-13D53EDC0F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22">
              <a:extLst>
                <a:ext uri="{FF2B5EF4-FFF2-40B4-BE49-F238E27FC236}">
                  <a16:creationId xmlns:a16="http://schemas.microsoft.com/office/drawing/2014/main" id="{AF8F8579-8B40-4C3D-BEEF-A0028783B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37D011E7-8E6B-4431-A352-A738EEF508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30"/>
            <a:ext cx="2356675" cy="6853284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67" name="Freeform 27">
              <a:extLst>
                <a:ext uri="{FF2B5EF4-FFF2-40B4-BE49-F238E27FC236}">
                  <a16:creationId xmlns:a16="http://schemas.microsoft.com/office/drawing/2014/main" id="{9914D4E0-0A9E-45FD-9F68-432659AB9A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Freeform 28">
              <a:extLst>
                <a:ext uri="{FF2B5EF4-FFF2-40B4-BE49-F238E27FC236}">
                  <a16:creationId xmlns:a16="http://schemas.microsoft.com/office/drawing/2014/main" id="{4F5E9E50-DA76-4590-91EA-401E8F4E9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Freeform 29">
              <a:extLst>
                <a:ext uri="{FF2B5EF4-FFF2-40B4-BE49-F238E27FC236}">
                  <a16:creationId xmlns:a16="http://schemas.microsoft.com/office/drawing/2014/main" id="{FFBB67EA-CFDA-4A50-B675-737B5993F0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Freeform 30">
              <a:extLst>
                <a:ext uri="{FF2B5EF4-FFF2-40B4-BE49-F238E27FC236}">
                  <a16:creationId xmlns:a16="http://schemas.microsoft.com/office/drawing/2014/main" id="{60B1A994-808C-4640-98EA-531A53DC68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Freeform 31">
              <a:extLst>
                <a:ext uri="{FF2B5EF4-FFF2-40B4-BE49-F238E27FC236}">
                  <a16:creationId xmlns:a16="http://schemas.microsoft.com/office/drawing/2014/main" id="{8E497D75-4F08-4DFC-8F56-B72110CD65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Freeform 32">
              <a:extLst>
                <a:ext uri="{FF2B5EF4-FFF2-40B4-BE49-F238E27FC236}">
                  <a16:creationId xmlns:a16="http://schemas.microsoft.com/office/drawing/2014/main" id="{FCD686B3-C698-49C4-A7A0-D83658AD5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Freeform 33">
              <a:extLst>
                <a:ext uri="{FF2B5EF4-FFF2-40B4-BE49-F238E27FC236}">
                  <a16:creationId xmlns:a16="http://schemas.microsoft.com/office/drawing/2014/main" id="{F5BE8222-C82B-441E-B4B3-82D1A61DF6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Freeform 34">
              <a:extLst>
                <a:ext uri="{FF2B5EF4-FFF2-40B4-BE49-F238E27FC236}">
                  <a16:creationId xmlns:a16="http://schemas.microsoft.com/office/drawing/2014/main" id="{443A8963-20BA-4850-9C5F-48E6BBBCC0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Freeform 35">
              <a:extLst>
                <a:ext uri="{FF2B5EF4-FFF2-40B4-BE49-F238E27FC236}">
                  <a16:creationId xmlns:a16="http://schemas.microsoft.com/office/drawing/2014/main" id="{35418986-49D6-43CB-B8F0-3F6CBE7DD5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Freeform 36">
              <a:extLst>
                <a:ext uri="{FF2B5EF4-FFF2-40B4-BE49-F238E27FC236}">
                  <a16:creationId xmlns:a16="http://schemas.microsoft.com/office/drawing/2014/main" id="{BD894645-E752-4A27-9458-83C0A85E48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Freeform 37">
              <a:extLst>
                <a:ext uri="{FF2B5EF4-FFF2-40B4-BE49-F238E27FC236}">
                  <a16:creationId xmlns:a16="http://schemas.microsoft.com/office/drawing/2014/main" id="{5CC48A4D-31B3-407B-AA15-5F31118A39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Freeform 38">
              <a:extLst>
                <a:ext uri="{FF2B5EF4-FFF2-40B4-BE49-F238E27FC236}">
                  <a16:creationId xmlns:a16="http://schemas.microsoft.com/office/drawing/2014/main" id="{05C01D10-A933-4A26-A6E1-18583DAA2D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0" name="Rectangle 79">
            <a:extLst>
              <a:ext uri="{FF2B5EF4-FFF2-40B4-BE49-F238E27FC236}">
                <a16:creationId xmlns:a16="http://schemas.microsoft.com/office/drawing/2014/main" id="{FA18C61B-A11B-4758-A369-AB31FA538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2" name="Freeform 33">
            <a:extLst>
              <a:ext uri="{FF2B5EF4-FFF2-40B4-BE49-F238E27FC236}">
                <a16:creationId xmlns:a16="http://schemas.microsoft.com/office/drawing/2014/main" id="{61008426-209A-474C-B8DD-6B45248EC9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753578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0D6EFE-1D17-9BB8-BE7F-6312E49E9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31812" y="4959308"/>
            <a:ext cx="77976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fld id="{08AB70BE-1769-45B8-85A6-0C837432C7E6}" type="slidenum">
              <a:rPr lang="en-US" sz="1900" smtClean="0">
                <a:solidFill>
                  <a:srgbClr val="FEFFFF"/>
                </a:solidFill>
                <a:latin typeface="+mn-lt"/>
              </a:rPr>
              <a:pPr algn="r">
                <a:lnSpc>
                  <a:spcPct val="90000"/>
                </a:lnSpc>
                <a:spcAft>
                  <a:spcPts val="600"/>
                </a:spcAft>
              </a:pPr>
              <a:t>10</a:t>
            </a:fld>
            <a:endParaRPr lang="en-US" sz="1900">
              <a:solidFill>
                <a:srgbClr val="FEFFFF"/>
              </a:solidFill>
              <a:latin typeface="+mn-lt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55965CD-57D5-C7C2-0006-68DF11FE08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208" y="632980"/>
            <a:ext cx="1648251" cy="360273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64C4E7E-6853-C195-3AE2-9F5093AFC3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96838" y="632980"/>
            <a:ext cx="1657258" cy="36062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FC5E6CB-F794-D592-F11D-CBDE65801F0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78812" y="622086"/>
            <a:ext cx="1648251" cy="3602736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9D6C978E-413B-6274-542D-456EC7ECFFF4}"/>
              </a:ext>
            </a:extLst>
          </p:cNvPr>
          <p:cNvSpPr txBox="1"/>
          <p:nvPr/>
        </p:nvSpPr>
        <p:spPr>
          <a:xfrm>
            <a:off x="6292795" y="5211916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SecurePass_1_1.0.apk</a:t>
            </a: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D389977B-BD60-AEDB-D51B-E90E1E07A5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1189" y="-786"/>
            <a:ext cx="1640811" cy="40336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5607473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B5D023AC-62C2-42A6-8F47-1B13E93F3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5F3F3BDE-2140-489D-8253-04148340C2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BB0DEC0A-0272-4DAC-8198-CAE231F269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465D358-7F51-49C1-B8D7-E4B47CBD6B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601831D6-EF1B-4BD3-880F-9E95AF180B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91140846-64D9-452C-B0E4-F3E4E3D2F8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BCFA9266-C641-497C-AAFE-359C3CB1B4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B0E4AADC-36C2-4D7F-95C4-0FFE91291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58CB9C53-A3EF-46B8-827F-F9BA4D44D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044DE8F-DD7B-46F5-B6E0-CC1EF59725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BFB551BB-A1CB-4EB2-9476-1919E3AEFC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A0B5AA31-6CA8-48E4-AB3A-D27C72861C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22242CAF-53F4-47AD-8DE5-FAD9D6E32F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D23B1CF-992B-455E-80B8-A03C1F9E57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30"/>
            <a:ext cx="2356675" cy="6853284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26" name="Freeform 27">
              <a:extLst>
                <a:ext uri="{FF2B5EF4-FFF2-40B4-BE49-F238E27FC236}">
                  <a16:creationId xmlns:a16="http://schemas.microsoft.com/office/drawing/2014/main" id="{3621E401-BCCC-4591-AFB6-FF4F6F0CF0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8">
              <a:extLst>
                <a:ext uri="{FF2B5EF4-FFF2-40B4-BE49-F238E27FC236}">
                  <a16:creationId xmlns:a16="http://schemas.microsoft.com/office/drawing/2014/main" id="{86FEBA9B-2268-4ED8-9FCF-90577FC4C2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9">
              <a:extLst>
                <a:ext uri="{FF2B5EF4-FFF2-40B4-BE49-F238E27FC236}">
                  <a16:creationId xmlns:a16="http://schemas.microsoft.com/office/drawing/2014/main" id="{5D43026A-1267-4751-BD09-0342C4E35C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30">
              <a:extLst>
                <a:ext uri="{FF2B5EF4-FFF2-40B4-BE49-F238E27FC236}">
                  <a16:creationId xmlns:a16="http://schemas.microsoft.com/office/drawing/2014/main" id="{B1F886CD-A0B6-4915-AC4E-577FFCDA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31">
              <a:extLst>
                <a:ext uri="{FF2B5EF4-FFF2-40B4-BE49-F238E27FC236}">
                  <a16:creationId xmlns:a16="http://schemas.microsoft.com/office/drawing/2014/main" id="{F8DB4C85-08BA-4299-B81B-EEC8C6807E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2">
              <a:extLst>
                <a:ext uri="{FF2B5EF4-FFF2-40B4-BE49-F238E27FC236}">
                  <a16:creationId xmlns:a16="http://schemas.microsoft.com/office/drawing/2014/main" id="{97DAFC9B-7A51-40C4-98A7-C3866A0E24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3">
              <a:extLst>
                <a:ext uri="{FF2B5EF4-FFF2-40B4-BE49-F238E27FC236}">
                  <a16:creationId xmlns:a16="http://schemas.microsoft.com/office/drawing/2014/main" id="{1697E377-0BD7-4269-8083-39DE597A8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4">
              <a:extLst>
                <a:ext uri="{FF2B5EF4-FFF2-40B4-BE49-F238E27FC236}">
                  <a16:creationId xmlns:a16="http://schemas.microsoft.com/office/drawing/2014/main" id="{A30A0322-A443-45F4-92DE-33E897D013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5">
              <a:extLst>
                <a:ext uri="{FF2B5EF4-FFF2-40B4-BE49-F238E27FC236}">
                  <a16:creationId xmlns:a16="http://schemas.microsoft.com/office/drawing/2014/main" id="{AA857B57-CB48-4CB3-AEB4-ED95BB41F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6">
              <a:extLst>
                <a:ext uri="{FF2B5EF4-FFF2-40B4-BE49-F238E27FC236}">
                  <a16:creationId xmlns:a16="http://schemas.microsoft.com/office/drawing/2014/main" id="{CFAA585E-8C81-4993-B1A5-722B92E2D2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7">
              <a:extLst>
                <a:ext uri="{FF2B5EF4-FFF2-40B4-BE49-F238E27FC236}">
                  <a16:creationId xmlns:a16="http://schemas.microsoft.com/office/drawing/2014/main" id="{F385A8F0-B4E5-4E4F-8CB7-52232701C5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8">
              <a:extLst>
                <a:ext uri="{FF2B5EF4-FFF2-40B4-BE49-F238E27FC236}">
                  <a16:creationId xmlns:a16="http://schemas.microsoft.com/office/drawing/2014/main" id="{270B92A0-E4C8-4624-9B4C-DF4D29011F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83692DF2-D2F9-452E-8E4F-5103B4D231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1" name="Freeform 6">
            <a:extLst>
              <a:ext uri="{FF2B5EF4-FFF2-40B4-BE49-F238E27FC236}">
                <a16:creationId xmlns:a16="http://schemas.microsoft.com/office/drawing/2014/main" id="{F3A25E16-3875-437D-82D3-450FCD0AB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57ABABA7-0420-4200-9B65-1C1967CE9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317EBE3-FF86-4DA1-BC9A-331F7F214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34D43EC1-35FA-4FC3-8526-F655CEB09D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71831"/>
            <a:ext cx="0" cy="320040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Group 48">
            <a:extLst>
              <a:ext uri="{FF2B5EF4-FFF2-40B4-BE49-F238E27FC236}">
                <a16:creationId xmlns:a16="http://schemas.microsoft.com/office/drawing/2014/main" id="{7A03E380-9CD1-4ABA-A763-9F9D252B8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009967" y="0"/>
            <a:ext cx="6176982" cy="6853245"/>
            <a:chOff x="2487613" y="285750"/>
            <a:chExt cx="2428876" cy="5654676"/>
          </a:xfrm>
          <a:solidFill>
            <a:schemeClr val="bg1">
              <a:lumMod val="95000"/>
              <a:lumOff val="5000"/>
              <a:alpha val="30000"/>
            </a:schemeClr>
          </a:solidFill>
        </p:grpSpPr>
        <p:sp>
          <p:nvSpPr>
            <p:cNvPr id="50" name="Freeform 11">
              <a:extLst>
                <a:ext uri="{FF2B5EF4-FFF2-40B4-BE49-F238E27FC236}">
                  <a16:creationId xmlns:a16="http://schemas.microsoft.com/office/drawing/2014/main" id="{66E01B84-4C2B-4DE5-90C8-9C4001A75B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12">
              <a:extLst>
                <a:ext uri="{FF2B5EF4-FFF2-40B4-BE49-F238E27FC236}">
                  <a16:creationId xmlns:a16="http://schemas.microsoft.com/office/drawing/2014/main" id="{64CE5A7A-D5C5-4FE5-860C-0B5748FDEE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13">
              <a:extLst>
                <a:ext uri="{FF2B5EF4-FFF2-40B4-BE49-F238E27FC236}">
                  <a16:creationId xmlns:a16="http://schemas.microsoft.com/office/drawing/2014/main" id="{016A7D2A-6EEA-47B8-A763-7D82E41B3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14">
              <a:extLst>
                <a:ext uri="{FF2B5EF4-FFF2-40B4-BE49-F238E27FC236}">
                  <a16:creationId xmlns:a16="http://schemas.microsoft.com/office/drawing/2014/main" id="{E758F6E7-6DEC-48D0-ACB1-E5E26B13E6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15">
              <a:extLst>
                <a:ext uri="{FF2B5EF4-FFF2-40B4-BE49-F238E27FC236}">
                  <a16:creationId xmlns:a16="http://schemas.microsoft.com/office/drawing/2014/main" id="{B56657FF-C027-42E7-859B-902929B6FA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16">
              <a:extLst>
                <a:ext uri="{FF2B5EF4-FFF2-40B4-BE49-F238E27FC236}">
                  <a16:creationId xmlns:a16="http://schemas.microsoft.com/office/drawing/2014/main" id="{79047F2A-5978-46C6-B3A2-54AAC2136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17">
              <a:extLst>
                <a:ext uri="{FF2B5EF4-FFF2-40B4-BE49-F238E27FC236}">
                  <a16:creationId xmlns:a16="http://schemas.microsoft.com/office/drawing/2014/main" id="{F3BE8FD1-0A72-4640-AC7A-2E057273F8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18">
              <a:extLst>
                <a:ext uri="{FF2B5EF4-FFF2-40B4-BE49-F238E27FC236}">
                  <a16:creationId xmlns:a16="http://schemas.microsoft.com/office/drawing/2014/main" id="{752FC782-A372-4D11-B20D-958955E56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19">
              <a:extLst>
                <a:ext uri="{FF2B5EF4-FFF2-40B4-BE49-F238E27FC236}">
                  <a16:creationId xmlns:a16="http://schemas.microsoft.com/office/drawing/2014/main" id="{AA00B2F1-BEE2-444A-8249-C8E3212CA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4" y="468286"/>
              <a:ext cx="1768475" cy="4262464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20">
              <a:extLst>
                <a:ext uri="{FF2B5EF4-FFF2-40B4-BE49-F238E27FC236}">
                  <a16:creationId xmlns:a16="http://schemas.microsoft.com/office/drawing/2014/main" id="{E7F5747E-514B-4CF7-B6B0-DAD7149097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21">
              <a:extLst>
                <a:ext uri="{FF2B5EF4-FFF2-40B4-BE49-F238E27FC236}">
                  <a16:creationId xmlns:a16="http://schemas.microsoft.com/office/drawing/2014/main" id="{931614BB-1593-40ED-8113-2BD1187055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22">
              <a:extLst>
                <a:ext uri="{FF2B5EF4-FFF2-40B4-BE49-F238E27FC236}">
                  <a16:creationId xmlns:a16="http://schemas.microsoft.com/office/drawing/2014/main" id="{2691871F-F15C-4E19-BC9C-78E5748D74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6C71D8FC-E122-CABE-6FCE-615B2C341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1326" y="1318591"/>
            <a:ext cx="5882201" cy="42208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>
                <a:solidFill>
                  <a:schemeClr val="tx1"/>
                </a:solidFill>
              </a:rPr>
              <a:t>Gracias!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829703E6-86E7-3E6E-18ED-065E89EA32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1189" y="-786"/>
            <a:ext cx="1640811" cy="40336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280806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theme/theme1.xml><?xml version="1.0" encoding="utf-8"?>
<a:theme xmlns:a="http://schemas.openxmlformats.org/drawingml/2006/main" name="Wisp">
  <a:themeElements>
    <a:clrScheme name="Yellow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F20B7C8E-B819-43F3-AAF9-EE50B1A8363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5453AF4-4FB0-4B39-9296-55DED383E9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C5C2001-E626-4890-B405-22B5BD1CB05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0D7C3E5-1734-4636-9EC5-AEB06BF1FB20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457</TotalTime>
  <Words>681</Words>
  <Application>Microsoft Office PowerPoint</Application>
  <PresentationFormat>Widescreen</PresentationFormat>
  <Paragraphs>68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Century Gothic</vt:lpstr>
      <vt:lpstr>Wingdings 3</vt:lpstr>
      <vt:lpstr>Wisp</vt:lpstr>
      <vt:lpstr>Secure Pass  Maximiliano Abalos Jose Puchulu</vt:lpstr>
      <vt:lpstr>Problemática</vt:lpstr>
      <vt:lpstr>Secure Pass </vt:lpstr>
      <vt:lpstr>Objetivos </vt:lpstr>
      <vt:lpstr>Areas de desempeño</vt:lpstr>
      <vt:lpstr>Competencias</vt:lpstr>
      <vt:lpstr>Metodología</vt:lpstr>
      <vt:lpstr>Etapas del Proyecto </vt:lpstr>
      <vt:lpstr>Medidas de seguridad</vt:lpstr>
      <vt:lpstr>Flujo de uso</vt:lpstr>
      <vt:lpstr>Gracias!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MAXIMILIANO . ABALOS COUSINO</dc:creator>
  <cp:lastModifiedBy>MAXIMILIANO . ABALOS COUSINO</cp:lastModifiedBy>
  <cp:revision>7</cp:revision>
  <dcterms:created xsi:type="dcterms:W3CDTF">2025-09-23T03:46:59Z</dcterms:created>
  <dcterms:modified xsi:type="dcterms:W3CDTF">2025-11-11T18:11:45Z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