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0" r:id="rId4"/>
  </p:sldMasterIdLst>
  <p:notesMasterIdLst>
    <p:notesMasterId r:id="rId17"/>
  </p:notesMasterIdLst>
  <p:handoutMasterIdLst>
    <p:handoutMasterId r:id="rId18"/>
  </p:handoutMasterIdLst>
  <p:sldIdLst>
    <p:sldId id="436" r:id="rId5"/>
    <p:sldId id="437" r:id="rId6"/>
    <p:sldId id="438" r:id="rId7"/>
    <p:sldId id="440" r:id="rId8"/>
    <p:sldId id="444" r:id="rId9"/>
    <p:sldId id="445" r:id="rId10"/>
    <p:sldId id="442" r:id="rId11"/>
    <p:sldId id="450" r:id="rId12"/>
    <p:sldId id="449" r:id="rId13"/>
    <p:sldId id="452" r:id="rId14"/>
    <p:sldId id="451" r:id="rId15"/>
    <p:sldId id="43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5394" autoAdjust="0"/>
  </p:normalViewPr>
  <p:slideViewPr>
    <p:cSldViewPr snapToGrid="0">
      <p:cViewPr varScale="1">
        <p:scale>
          <a:sx n="153" d="100"/>
          <a:sy n="153" d="100"/>
        </p:scale>
        <p:origin x="546" y="108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0618D8-0F9F-41C2-88CE-E7A7545B077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05D77FB-534B-4F7D-88B1-993FAF56C66A}">
      <dgm:prSet/>
      <dgm:spPr/>
      <dgm:t>
        <a:bodyPr/>
        <a:lstStyle/>
        <a:p>
          <a:r>
            <a:rPr lang="es-CL" dirty="0"/>
            <a:t>El proyecto se desarrollará utilizando una </a:t>
          </a:r>
          <a:r>
            <a:rPr lang="es-CL" b="1" dirty="0"/>
            <a:t>metodología ágil (XP)</a:t>
          </a:r>
          <a:r>
            <a:rPr lang="es-CL" dirty="0"/>
            <a:t> </a:t>
          </a:r>
          <a:endParaRPr lang="en-US" dirty="0"/>
        </a:p>
      </dgm:t>
    </dgm:pt>
    <dgm:pt modelId="{803A4537-2245-4504-B125-051503BB8EF8}" type="parTrans" cxnId="{752FEC58-5DB6-458E-8508-C5C8C184E9B2}">
      <dgm:prSet/>
      <dgm:spPr/>
      <dgm:t>
        <a:bodyPr/>
        <a:lstStyle/>
        <a:p>
          <a:endParaRPr lang="en-US"/>
        </a:p>
      </dgm:t>
    </dgm:pt>
    <dgm:pt modelId="{94A45086-04C8-4D77-AFA7-0799BB18BCE5}" type="sibTrans" cxnId="{752FEC58-5DB6-458E-8508-C5C8C184E9B2}">
      <dgm:prSet/>
      <dgm:spPr/>
      <dgm:t>
        <a:bodyPr/>
        <a:lstStyle/>
        <a:p>
          <a:endParaRPr lang="en-US"/>
        </a:p>
      </dgm:t>
    </dgm:pt>
    <dgm:pt modelId="{3892ABF8-8A41-49B3-A815-B3CC5BC15A1D}">
      <dgm:prSet/>
      <dgm:spPr/>
      <dgm:t>
        <a:bodyPr/>
        <a:lstStyle/>
        <a:p>
          <a:r>
            <a:rPr lang="es-CL" b="1"/>
            <a:t>Maximiliano Abalos</a:t>
          </a:r>
          <a:r>
            <a:rPr lang="es-CL"/>
            <a:t>: responsable del análisis de requerimientos, modelado de datos,  pruebas de seguridad y desarrollo.</a:t>
          </a:r>
          <a:endParaRPr lang="en-US"/>
        </a:p>
      </dgm:t>
    </dgm:pt>
    <dgm:pt modelId="{40A22D8D-FC63-4BE1-81A5-4531683B1AC4}" type="parTrans" cxnId="{7083F3D6-4894-43F5-88DD-8CF32EB1C7A7}">
      <dgm:prSet/>
      <dgm:spPr/>
      <dgm:t>
        <a:bodyPr/>
        <a:lstStyle/>
        <a:p>
          <a:endParaRPr lang="en-US"/>
        </a:p>
      </dgm:t>
    </dgm:pt>
    <dgm:pt modelId="{28C7BB69-2FF3-4459-99D6-18C88187E4C4}" type="sibTrans" cxnId="{7083F3D6-4894-43F5-88DD-8CF32EB1C7A7}">
      <dgm:prSet/>
      <dgm:spPr/>
      <dgm:t>
        <a:bodyPr/>
        <a:lstStyle/>
        <a:p>
          <a:endParaRPr lang="en-US"/>
        </a:p>
      </dgm:t>
    </dgm:pt>
    <dgm:pt modelId="{B20920BD-9504-43A2-8D7A-30AA9CA0FC8D}">
      <dgm:prSet/>
      <dgm:spPr/>
      <dgm:t>
        <a:bodyPr/>
        <a:lstStyle/>
        <a:p>
          <a:r>
            <a:rPr lang="es-CL" b="1"/>
            <a:t>José Puchulu</a:t>
          </a:r>
          <a:r>
            <a:rPr lang="es-CL"/>
            <a:t>: responsable de desarrollo fullstack del proyecto.</a:t>
          </a:r>
          <a:endParaRPr lang="en-US"/>
        </a:p>
      </dgm:t>
    </dgm:pt>
    <dgm:pt modelId="{A34BA472-21EB-48F2-AB27-238BFA3E0D7A}" type="parTrans" cxnId="{2EA8DC8C-2DEA-4680-89D1-B60388715C32}">
      <dgm:prSet/>
      <dgm:spPr/>
      <dgm:t>
        <a:bodyPr/>
        <a:lstStyle/>
        <a:p>
          <a:endParaRPr lang="en-US"/>
        </a:p>
      </dgm:t>
    </dgm:pt>
    <dgm:pt modelId="{C617406C-294D-4E26-9F15-63DF748015E8}" type="sibTrans" cxnId="{2EA8DC8C-2DEA-4680-89D1-B60388715C32}">
      <dgm:prSet/>
      <dgm:spPr/>
      <dgm:t>
        <a:bodyPr/>
        <a:lstStyle/>
        <a:p>
          <a:endParaRPr lang="en-US"/>
        </a:p>
      </dgm:t>
    </dgm:pt>
    <dgm:pt modelId="{3827E0B4-ADBC-4865-808E-7AB85E6617D3}" type="pres">
      <dgm:prSet presAssocID="{680618D8-0F9F-41C2-88CE-E7A7545B0778}" presName="root" presStyleCnt="0">
        <dgm:presLayoutVars>
          <dgm:dir/>
          <dgm:resizeHandles val="exact"/>
        </dgm:presLayoutVars>
      </dgm:prSet>
      <dgm:spPr/>
    </dgm:pt>
    <dgm:pt modelId="{A0E01605-38AC-48DB-8A63-53F85F91CCBE}" type="pres">
      <dgm:prSet presAssocID="{D05D77FB-534B-4F7D-88B1-993FAF56C66A}" presName="compNode" presStyleCnt="0"/>
      <dgm:spPr/>
    </dgm:pt>
    <dgm:pt modelId="{0AF26B9F-066E-4358-B54C-8E70FA878934}" type="pres">
      <dgm:prSet presAssocID="{D05D77FB-534B-4F7D-88B1-993FAF56C6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47DD2E-0935-48E9-B0FF-93FE47582764}" type="pres">
      <dgm:prSet presAssocID="{D05D77FB-534B-4F7D-88B1-993FAF56C66A}" presName="spaceRect" presStyleCnt="0"/>
      <dgm:spPr/>
    </dgm:pt>
    <dgm:pt modelId="{07BAE51B-9A0E-461F-8F0A-75EAD0D5E63D}" type="pres">
      <dgm:prSet presAssocID="{D05D77FB-534B-4F7D-88B1-993FAF56C66A}" presName="textRect" presStyleLbl="revTx" presStyleIdx="0" presStyleCnt="3">
        <dgm:presLayoutVars>
          <dgm:chMax val="1"/>
          <dgm:chPref val="1"/>
        </dgm:presLayoutVars>
      </dgm:prSet>
      <dgm:spPr/>
    </dgm:pt>
    <dgm:pt modelId="{6AD52ED6-9FDC-4715-A130-18F8745BAA3B}" type="pres">
      <dgm:prSet presAssocID="{94A45086-04C8-4D77-AFA7-0799BB18BCE5}" presName="sibTrans" presStyleCnt="0"/>
      <dgm:spPr/>
    </dgm:pt>
    <dgm:pt modelId="{2252E3DC-7A81-4530-B76E-12243D5503D3}" type="pres">
      <dgm:prSet presAssocID="{3892ABF8-8A41-49B3-A815-B3CC5BC15A1D}" presName="compNode" presStyleCnt="0"/>
      <dgm:spPr/>
    </dgm:pt>
    <dgm:pt modelId="{2190DD2E-F5C1-4473-B771-D7E4B6EFF3CC}" type="pres">
      <dgm:prSet presAssocID="{3892ABF8-8A41-49B3-A815-B3CC5BC15A1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5ECDA4F-6CED-4252-BA29-314A3892C82D}" type="pres">
      <dgm:prSet presAssocID="{3892ABF8-8A41-49B3-A815-B3CC5BC15A1D}" presName="spaceRect" presStyleCnt="0"/>
      <dgm:spPr/>
    </dgm:pt>
    <dgm:pt modelId="{01F6770B-4895-462C-A4CF-B8E551083C06}" type="pres">
      <dgm:prSet presAssocID="{3892ABF8-8A41-49B3-A815-B3CC5BC15A1D}" presName="textRect" presStyleLbl="revTx" presStyleIdx="1" presStyleCnt="3">
        <dgm:presLayoutVars>
          <dgm:chMax val="1"/>
          <dgm:chPref val="1"/>
        </dgm:presLayoutVars>
      </dgm:prSet>
      <dgm:spPr/>
    </dgm:pt>
    <dgm:pt modelId="{BF6B505F-0C26-4908-BF41-7F6C6E6BA998}" type="pres">
      <dgm:prSet presAssocID="{28C7BB69-2FF3-4459-99D6-18C88187E4C4}" presName="sibTrans" presStyleCnt="0"/>
      <dgm:spPr/>
    </dgm:pt>
    <dgm:pt modelId="{E27236C9-0EF7-49A7-9F1A-B51FCC16BC58}" type="pres">
      <dgm:prSet presAssocID="{B20920BD-9504-43A2-8D7A-30AA9CA0FC8D}" presName="compNode" presStyleCnt="0"/>
      <dgm:spPr/>
    </dgm:pt>
    <dgm:pt modelId="{A3C399C6-A180-4C26-A27B-E729B0574401}" type="pres">
      <dgm:prSet presAssocID="{B20920BD-9504-43A2-8D7A-30AA9CA0FC8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BF4446-ECC6-469F-88EF-49A7CC483B6E}" type="pres">
      <dgm:prSet presAssocID="{B20920BD-9504-43A2-8D7A-30AA9CA0FC8D}" presName="spaceRect" presStyleCnt="0"/>
      <dgm:spPr/>
    </dgm:pt>
    <dgm:pt modelId="{5BC51B26-6374-4B87-A719-09E5077D5893}" type="pres">
      <dgm:prSet presAssocID="{B20920BD-9504-43A2-8D7A-30AA9CA0FC8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F0DA08-7549-4A89-9B31-3E9BD8C43ED3}" type="presOf" srcId="{3892ABF8-8A41-49B3-A815-B3CC5BC15A1D}" destId="{01F6770B-4895-462C-A4CF-B8E551083C06}" srcOrd="0" destOrd="0" presId="urn:microsoft.com/office/officeart/2018/2/layout/IconLabelList"/>
    <dgm:cxn modelId="{917FF217-689C-480A-8444-232D6469D505}" type="presOf" srcId="{D05D77FB-534B-4F7D-88B1-993FAF56C66A}" destId="{07BAE51B-9A0E-461F-8F0A-75EAD0D5E63D}" srcOrd="0" destOrd="0" presId="urn:microsoft.com/office/officeart/2018/2/layout/IconLabelList"/>
    <dgm:cxn modelId="{E552434F-39DD-41A0-9530-B14614224518}" type="presOf" srcId="{680618D8-0F9F-41C2-88CE-E7A7545B0778}" destId="{3827E0B4-ADBC-4865-808E-7AB85E6617D3}" srcOrd="0" destOrd="0" presId="urn:microsoft.com/office/officeart/2018/2/layout/IconLabelList"/>
    <dgm:cxn modelId="{752FEC58-5DB6-458E-8508-C5C8C184E9B2}" srcId="{680618D8-0F9F-41C2-88CE-E7A7545B0778}" destId="{D05D77FB-534B-4F7D-88B1-993FAF56C66A}" srcOrd="0" destOrd="0" parTransId="{803A4537-2245-4504-B125-051503BB8EF8}" sibTransId="{94A45086-04C8-4D77-AFA7-0799BB18BCE5}"/>
    <dgm:cxn modelId="{2EA8DC8C-2DEA-4680-89D1-B60388715C32}" srcId="{680618D8-0F9F-41C2-88CE-E7A7545B0778}" destId="{B20920BD-9504-43A2-8D7A-30AA9CA0FC8D}" srcOrd="2" destOrd="0" parTransId="{A34BA472-21EB-48F2-AB27-238BFA3E0D7A}" sibTransId="{C617406C-294D-4E26-9F15-63DF748015E8}"/>
    <dgm:cxn modelId="{D12A33B3-CE03-4520-BC1D-DA7E52A53843}" type="presOf" srcId="{B20920BD-9504-43A2-8D7A-30AA9CA0FC8D}" destId="{5BC51B26-6374-4B87-A719-09E5077D5893}" srcOrd="0" destOrd="0" presId="urn:microsoft.com/office/officeart/2018/2/layout/IconLabelList"/>
    <dgm:cxn modelId="{7083F3D6-4894-43F5-88DD-8CF32EB1C7A7}" srcId="{680618D8-0F9F-41C2-88CE-E7A7545B0778}" destId="{3892ABF8-8A41-49B3-A815-B3CC5BC15A1D}" srcOrd="1" destOrd="0" parTransId="{40A22D8D-FC63-4BE1-81A5-4531683B1AC4}" sibTransId="{28C7BB69-2FF3-4459-99D6-18C88187E4C4}"/>
    <dgm:cxn modelId="{93B09F11-F10D-4600-8FB8-5DF55A49FB5C}" type="presParOf" srcId="{3827E0B4-ADBC-4865-808E-7AB85E6617D3}" destId="{A0E01605-38AC-48DB-8A63-53F85F91CCBE}" srcOrd="0" destOrd="0" presId="urn:microsoft.com/office/officeart/2018/2/layout/IconLabelList"/>
    <dgm:cxn modelId="{62284DD6-59EF-4480-A46B-A9E1F248DACB}" type="presParOf" srcId="{A0E01605-38AC-48DB-8A63-53F85F91CCBE}" destId="{0AF26B9F-066E-4358-B54C-8E70FA878934}" srcOrd="0" destOrd="0" presId="urn:microsoft.com/office/officeart/2018/2/layout/IconLabelList"/>
    <dgm:cxn modelId="{1EF9E1B2-ED47-4080-AEBB-BF60187D8A46}" type="presParOf" srcId="{A0E01605-38AC-48DB-8A63-53F85F91CCBE}" destId="{E747DD2E-0935-48E9-B0FF-93FE47582764}" srcOrd="1" destOrd="0" presId="urn:microsoft.com/office/officeart/2018/2/layout/IconLabelList"/>
    <dgm:cxn modelId="{6F0299F5-CF33-4AD8-A840-EE73510B4F42}" type="presParOf" srcId="{A0E01605-38AC-48DB-8A63-53F85F91CCBE}" destId="{07BAE51B-9A0E-461F-8F0A-75EAD0D5E63D}" srcOrd="2" destOrd="0" presId="urn:microsoft.com/office/officeart/2018/2/layout/IconLabelList"/>
    <dgm:cxn modelId="{49740357-E29A-4800-B89E-96D3ED25B262}" type="presParOf" srcId="{3827E0B4-ADBC-4865-808E-7AB85E6617D3}" destId="{6AD52ED6-9FDC-4715-A130-18F8745BAA3B}" srcOrd="1" destOrd="0" presId="urn:microsoft.com/office/officeart/2018/2/layout/IconLabelList"/>
    <dgm:cxn modelId="{A3C92B15-9475-4538-BAE5-705F57374EE3}" type="presParOf" srcId="{3827E0B4-ADBC-4865-808E-7AB85E6617D3}" destId="{2252E3DC-7A81-4530-B76E-12243D5503D3}" srcOrd="2" destOrd="0" presId="urn:microsoft.com/office/officeart/2018/2/layout/IconLabelList"/>
    <dgm:cxn modelId="{2C89B352-EA07-4DB8-8B9E-82BE6A246A31}" type="presParOf" srcId="{2252E3DC-7A81-4530-B76E-12243D5503D3}" destId="{2190DD2E-F5C1-4473-B771-D7E4B6EFF3CC}" srcOrd="0" destOrd="0" presId="urn:microsoft.com/office/officeart/2018/2/layout/IconLabelList"/>
    <dgm:cxn modelId="{AE944FE1-926E-492E-B558-1D7CBB9A8E6D}" type="presParOf" srcId="{2252E3DC-7A81-4530-B76E-12243D5503D3}" destId="{25ECDA4F-6CED-4252-BA29-314A3892C82D}" srcOrd="1" destOrd="0" presId="urn:microsoft.com/office/officeart/2018/2/layout/IconLabelList"/>
    <dgm:cxn modelId="{B0C71300-F4B0-445E-A14B-7172E2FFAFC7}" type="presParOf" srcId="{2252E3DC-7A81-4530-B76E-12243D5503D3}" destId="{01F6770B-4895-462C-A4CF-B8E551083C06}" srcOrd="2" destOrd="0" presId="urn:microsoft.com/office/officeart/2018/2/layout/IconLabelList"/>
    <dgm:cxn modelId="{8D41A311-B140-464A-8AD2-6DCFCD3DF63C}" type="presParOf" srcId="{3827E0B4-ADBC-4865-808E-7AB85E6617D3}" destId="{BF6B505F-0C26-4908-BF41-7F6C6E6BA998}" srcOrd="3" destOrd="0" presId="urn:microsoft.com/office/officeart/2018/2/layout/IconLabelList"/>
    <dgm:cxn modelId="{6BF624E7-7D34-4DCD-9627-57C6AE39B91E}" type="presParOf" srcId="{3827E0B4-ADBC-4865-808E-7AB85E6617D3}" destId="{E27236C9-0EF7-49A7-9F1A-B51FCC16BC58}" srcOrd="4" destOrd="0" presId="urn:microsoft.com/office/officeart/2018/2/layout/IconLabelList"/>
    <dgm:cxn modelId="{B35209EA-0DFB-4FBA-8018-91755CE60634}" type="presParOf" srcId="{E27236C9-0EF7-49A7-9F1A-B51FCC16BC58}" destId="{A3C399C6-A180-4C26-A27B-E729B0574401}" srcOrd="0" destOrd="0" presId="urn:microsoft.com/office/officeart/2018/2/layout/IconLabelList"/>
    <dgm:cxn modelId="{25AC2931-3B92-4761-8621-5C06CC0CCBD1}" type="presParOf" srcId="{E27236C9-0EF7-49A7-9F1A-B51FCC16BC58}" destId="{98BF4446-ECC6-469F-88EF-49A7CC483B6E}" srcOrd="1" destOrd="0" presId="urn:microsoft.com/office/officeart/2018/2/layout/IconLabelList"/>
    <dgm:cxn modelId="{90DC5012-D09D-4B7E-B459-4BDD259BF48D}" type="presParOf" srcId="{E27236C9-0EF7-49A7-9F1A-B51FCC16BC58}" destId="{5BC51B26-6374-4B87-A719-09E5077D58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BC991-0693-4258-9CFA-AC8008194EC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3FA55D-66B1-442C-9D97-148544114DBF}">
      <dgm:prSet/>
      <dgm:spPr/>
      <dgm:t>
        <a:bodyPr/>
        <a:lstStyle/>
        <a:p>
          <a:r>
            <a:rPr lang="en-US" b="1" i="1"/>
            <a:t>Facilitadores</a:t>
          </a:r>
          <a:endParaRPr lang="en-US"/>
        </a:p>
      </dgm:t>
    </dgm:pt>
    <dgm:pt modelId="{7F1592DE-CFA2-4471-98EA-667044E7DAC0}" type="parTrans" cxnId="{C9B2113A-027C-44D8-A7E9-155BC9FA7625}">
      <dgm:prSet/>
      <dgm:spPr/>
      <dgm:t>
        <a:bodyPr/>
        <a:lstStyle/>
        <a:p>
          <a:endParaRPr lang="en-US"/>
        </a:p>
      </dgm:t>
    </dgm:pt>
    <dgm:pt modelId="{9BEA8889-7141-48EC-9F6A-6EE716E15C5C}" type="sibTrans" cxnId="{C9B2113A-027C-44D8-A7E9-155BC9FA7625}">
      <dgm:prSet/>
      <dgm:spPr/>
      <dgm:t>
        <a:bodyPr/>
        <a:lstStyle/>
        <a:p>
          <a:endParaRPr lang="en-US"/>
        </a:p>
      </dgm:t>
    </dgm:pt>
    <dgm:pt modelId="{7C59E946-E177-4F4E-AEB7-9C9C303B07C4}">
      <dgm:prSet/>
      <dgm:spPr/>
      <dgm:t>
        <a:bodyPr/>
        <a:lstStyle/>
        <a:p>
          <a:pPr algn="just"/>
          <a:r>
            <a:rPr lang="en-US" i="1" dirty="0" err="1"/>
            <a:t>Distribución</a:t>
          </a:r>
          <a:r>
            <a:rPr lang="en-US" i="1" dirty="0"/>
            <a:t> </a:t>
          </a:r>
          <a:r>
            <a:rPr lang="en-US" i="1" dirty="0" err="1"/>
            <a:t>clara</a:t>
          </a:r>
          <a:r>
            <a:rPr lang="en-US" i="1" dirty="0"/>
            <a:t> de </a:t>
          </a:r>
          <a:r>
            <a:rPr lang="en-US" i="1" dirty="0" err="1"/>
            <a:t>tareas</a:t>
          </a:r>
          <a:r>
            <a:rPr lang="en-US" i="1" dirty="0"/>
            <a:t> entre </a:t>
          </a:r>
          <a:r>
            <a:rPr lang="en-US" i="1" dirty="0" err="1"/>
            <a:t>los</a:t>
          </a:r>
          <a:r>
            <a:rPr lang="en-US" i="1" dirty="0"/>
            <a:t> </a:t>
          </a:r>
          <a:r>
            <a:rPr lang="en-US" i="1" dirty="0" err="1"/>
            <a:t>integrantes</a:t>
          </a:r>
          <a:r>
            <a:rPr lang="en-US" i="1" dirty="0"/>
            <a:t>.</a:t>
          </a:r>
          <a:endParaRPr lang="en-US" dirty="0"/>
        </a:p>
      </dgm:t>
    </dgm:pt>
    <dgm:pt modelId="{C3239E38-4D57-41CB-A5D5-9D07DE46B932}" type="parTrans" cxnId="{B33823C6-1594-45E1-B2BD-73AB90515253}">
      <dgm:prSet/>
      <dgm:spPr/>
      <dgm:t>
        <a:bodyPr/>
        <a:lstStyle/>
        <a:p>
          <a:endParaRPr lang="en-US"/>
        </a:p>
      </dgm:t>
    </dgm:pt>
    <dgm:pt modelId="{C542041F-42E5-429B-A6C4-4A11F9230827}" type="sibTrans" cxnId="{B33823C6-1594-45E1-B2BD-73AB90515253}">
      <dgm:prSet/>
      <dgm:spPr/>
      <dgm:t>
        <a:bodyPr/>
        <a:lstStyle/>
        <a:p>
          <a:endParaRPr lang="en-US"/>
        </a:p>
      </dgm:t>
    </dgm:pt>
    <dgm:pt modelId="{294514EA-2B97-465D-9673-14D6950BC256}">
      <dgm:prSet/>
      <dgm:spPr/>
      <dgm:t>
        <a:bodyPr/>
        <a:lstStyle/>
        <a:p>
          <a:pPr algn="just"/>
          <a:r>
            <a:rPr lang="en-US" i="1"/>
            <a:t>Uso de herramientas de código abierto y librerías oficiales.</a:t>
          </a:r>
          <a:endParaRPr lang="en-US"/>
        </a:p>
      </dgm:t>
    </dgm:pt>
    <dgm:pt modelId="{0E83FAC2-DF44-4708-B056-9D99C80E4AF0}" type="parTrans" cxnId="{37392A25-D537-499B-B66E-6B232072EEAE}">
      <dgm:prSet/>
      <dgm:spPr/>
      <dgm:t>
        <a:bodyPr/>
        <a:lstStyle/>
        <a:p>
          <a:endParaRPr lang="en-US"/>
        </a:p>
      </dgm:t>
    </dgm:pt>
    <dgm:pt modelId="{6618DFDA-6D1B-4757-B017-259843400128}" type="sibTrans" cxnId="{37392A25-D537-499B-B66E-6B232072EEAE}">
      <dgm:prSet/>
      <dgm:spPr/>
      <dgm:t>
        <a:bodyPr/>
        <a:lstStyle/>
        <a:p>
          <a:endParaRPr lang="en-US"/>
        </a:p>
      </dgm:t>
    </dgm:pt>
    <dgm:pt modelId="{8E0032E7-3371-4220-B83B-2BDAD5E094BA}">
      <dgm:prSet/>
      <dgm:spPr/>
      <dgm:t>
        <a:bodyPr/>
        <a:lstStyle/>
        <a:p>
          <a:pPr algn="just"/>
          <a:r>
            <a:rPr lang="en-US" i="1" dirty="0"/>
            <a:t>Buena </a:t>
          </a:r>
          <a:r>
            <a:rPr lang="en-US" i="1" dirty="0" err="1"/>
            <a:t>planificación</a:t>
          </a:r>
          <a:r>
            <a:rPr lang="en-US" i="1" dirty="0"/>
            <a:t> del </a:t>
          </a:r>
          <a:r>
            <a:rPr lang="en-US" i="1" dirty="0" err="1"/>
            <a:t>trabajo</a:t>
          </a:r>
          <a:r>
            <a:rPr lang="en-US" i="1" dirty="0"/>
            <a:t>, con </a:t>
          </a:r>
          <a:r>
            <a:rPr lang="en-US" i="1" dirty="0" err="1"/>
            <a:t>revisiones</a:t>
          </a:r>
          <a:r>
            <a:rPr lang="en-US" i="1" dirty="0"/>
            <a:t> </a:t>
          </a:r>
          <a:r>
            <a:rPr lang="en-US" i="1" dirty="0" err="1"/>
            <a:t>semanales</a:t>
          </a:r>
          <a:r>
            <a:rPr lang="en-US" i="1" dirty="0"/>
            <a:t> y control del </a:t>
          </a:r>
          <a:r>
            <a:rPr lang="en-US" i="1" dirty="0" err="1"/>
            <a:t>progreso</a:t>
          </a:r>
          <a:r>
            <a:rPr lang="en-US" i="1" dirty="0"/>
            <a:t>.</a:t>
          </a:r>
          <a:endParaRPr lang="en-US" dirty="0"/>
        </a:p>
      </dgm:t>
    </dgm:pt>
    <dgm:pt modelId="{BC4EF00B-9228-45FD-9761-48B2DE4AE8A3}" type="parTrans" cxnId="{FF697C97-7E36-494B-B839-D547B60F85FD}">
      <dgm:prSet/>
      <dgm:spPr/>
      <dgm:t>
        <a:bodyPr/>
        <a:lstStyle/>
        <a:p>
          <a:endParaRPr lang="en-US"/>
        </a:p>
      </dgm:t>
    </dgm:pt>
    <dgm:pt modelId="{160B3AC9-0C1A-4FC8-987E-B9BA635490BC}" type="sibTrans" cxnId="{FF697C97-7E36-494B-B839-D547B60F85FD}">
      <dgm:prSet/>
      <dgm:spPr/>
      <dgm:t>
        <a:bodyPr/>
        <a:lstStyle/>
        <a:p>
          <a:endParaRPr lang="en-US"/>
        </a:p>
      </dgm:t>
    </dgm:pt>
    <dgm:pt modelId="{755898E6-B509-4837-A6D3-6C3E4C5934E4}">
      <dgm:prSet/>
      <dgm:spPr/>
      <dgm:t>
        <a:bodyPr/>
        <a:lstStyle/>
        <a:p>
          <a:r>
            <a:rPr lang="en-US" b="1" i="1"/>
            <a:t>Dificultades</a:t>
          </a:r>
          <a:endParaRPr lang="en-US"/>
        </a:p>
      </dgm:t>
    </dgm:pt>
    <dgm:pt modelId="{B935A9F1-5025-4C78-AD54-536E7F862D83}" type="parTrans" cxnId="{8348E5D2-615A-4596-9973-956090D835E4}">
      <dgm:prSet/>
      <dgm:spPr/>
      <dgm:t>
        <a:bodyPr/>
        <a:lstStyle/>
        <a:p>
          <a:endParaRPr lang="en-US"/>
        </a:p>
      </dgm:t>
    </dgm:pt>
    <dgm:pt modelId="{1F3B0ECB-2198-45FD-BB48-8DD4AD442F5C}" type="sibTrans" cxnId="{8348E5D2-615A-4596-9973-956090D835E4}">
      <dgm:prSet/>
      <dgm:spPr/>
      <dgm:t>
        <a:bodyPr/>
        <a:lstStyle/>
        <a:p>
          <a:endParaRPr lang="en-US"/>
        </a:p>
      </dgm:t>
    </dgm:pt>
    <dgm:pt modelId="{4C868754-B515-4B78-844E-F553E0B9F474}">
      <dgm:prSet/>
      <dgm:spPr/>
      <dgm:t>
        <a:bodyPr/>
        <a:lstStyle/>
        <a:p>
          <a:pPr algn="just"/>
          <a:r>
            <a:rPr lang="en-US" i="1" dirty="0" err="1"/>
            <a:t>Dificultades</a:t>
          </a:r>
          <a:r>
            <a:rPr lang="en-US" i="1" dirty="0"/>
            <a:t> </a:t>
          </a:r>
          <a:r>
            <a:rPr lang="en-US" i="1" dirty="0" err="1"/>
            <a:t>técnicas</a:t>
          </a:r>
          <a:r>
            <a:rPr lang="en-US" i="1" dirty="0"/>
            <a:t> </a:t>
          </a:r>
          <a:r>
            <a:rPr lang="en-US" i="1" dirty="0" err="1"/>
            <a:t>en</a:t>
          </a:r>
          <a:r>
            <a:rPr lang="en-US" i="1" dirty="0"/>
            <a:t> la </a:t>
          </a:r>
          <a:r>
            <a:rPr lang="en-US" i="1" dirty="0" err="1"/>
            <a:t>integración</a:t>
          </a:r>
          <a:r>
            <a:rPr lang="en-US" i="1" dirty="0"/>
            <a:t> del </a:t>
          </a:r>
          <a:r>
            <a:rPr lang="en-US" i="1" dirty="0" err="1"/>
            <a:t>cifrado</a:t>
          </a:r>
          <a:r>
            <a:rPr lang="en-US" i="1" dirty="0"/>
            <a:t> y la </a:t>
          </a:r>
          <a:r>
            <a:rPr lang="en-US" i="1" dirty="0" err="1"/>
            <a:t>autenticación</a:t>
          </a:r>
          <a:r>
            <a:rPr lang="en-US" i="1" dirty="0"/>
            <a:t> </a:t>
          </a:r>
          <a:r>
            <a:rPr lang="en-US" i="1" dirty="0" err="1"/>
            <a:t>biométrica</a:t>
          </a:r>
          <a:r>
            <a:rPr lang="en-US" i="1" dirty="0"/>
            <a:t>.</a:t>
          </a:r>
          <a:endParaRPr lang="en-US" dirty="0"/>
        </a:p>
      </dgm:t>
    </dgm:pt>
    <dgm:pt modelId="{66A8A8DC-25BE-4410-B1D2-0FBF34F26BA6}" type="parTrans" cxnId="{9C30388E-B75B-4344-8A8E-8FD332CF98DF}">
      <dgm:prSet/>
      <dgm:spPr/>
      <dgm:t>
        <a:bodyPr/>
        <a:lstStyle/>
        <a:p>
          <a:endParaRPr lang="en-US"/>
        </a:p>
      </dgm:t>
    </dgm:pt>
    <dgm:pt modelId="{4CA54C95-84B6-4810-A2DB-ADF865CC6AF7}" type="sibTrans" cxnId="{9C30388E-B75B-4344-8A8E-8FD332CF98DF}">
      <dgm:prSet/>
      <dgm:spPr/>
      <dgm:t>
        <a:bodyPr/>
        <a:lstStyle/>
        <a:p>
          <a:endParaRPr lang="en-US"/>
        </a:p>
      </dgm:t>
    </dgm:pt>
    <dgm:pt modelId="{E8102230-48E4-4F24-9EC0-F7E6366BD18B}">
      <dgm:prSet/>
      <dgm:spPr/>
      <dgm:t>
        <a:bodyPr/>
        <a:lstStyle/>
        <a:p>
          <a:pPr algn="just"/>
          <a:r>
            <a:rPr lang="en-US" i="1" dirty="0" err="1"/>
            <a:t>Limitacionesdel</a:t>
          </a:r>
          <a:r>
            <a:rPr lang="en-US" i="1" dirty="0"/>
            <a:t> </a:t>
          </a:r>
          <a:r>
            <a:rPr lang="en-US" i="1" dirty="0" err="1"/>
            <a:t>entorno</a:t>
          </a:r>
          <a:r>
            <a:rPr lang="en-US" i="1" dirty="0"/>
            <a:t>, </a:t>
          </a:r>
          <a:r>
            <a:rPr lang="en-US" i="1" dirty="0" err="1"/>
            <a:t>especialmente</a:t>
          </a:r>
          <a:r>
            <a:rPr lang="en-US" i="1" dirty="0"/>
            <a:t> al </a:t>
          </a:r>
          <a:r>
            <a:rPr lang="en-US" i="1" dirty="0" err="1"/>
            <a:t>emular</a:t>
          </a:r>
          <a:r>
            <a:rPr lang="en-US" i="1" dirty="0"/>
            <a:t> </a:t>
          </a:r>
          <a:r>
            <a:rPr lang="en-US" i="1" dirty="0" err="1"/>
            <a:t>el</a:t>
          </a:r>
          <a:r>
            <a:rPr lang="en-US" i="1" dirty="0"/>
            <a:t> sensor </a:t>
          </a:r>
          <a:r>
            <a:rPr lang="en-US" i="1" dirty="0" err="1"/>
            <a:t>biométrico</a:t>
          </a:r>
          <a:r>
            <a:rPr lang="en-US" i="1" dirty="0"/>
            <a:t>.</a:t>
          </a:r>
          <a:endParaRPr lang="en-US" dirty="0"/>
        </a:p>
      </dgm:t>
    </dgm:pt>
    <dgm:pt modelId="{E057746C-E1D8-4DB4-8D73-0C980C3D7DD3}" type="parTrans" cxnId="{A7BBA581-7EC7-4D07-ADAD-873FC91F89A9}">
      <dgm:prSet/>
      <dgm:spPr/>
      <dgm:t>
        <a:bodyPr/>
        <a:lstStyle/>
        <a:p>
          <a:endParaRPr lang="en-US"/>
        </a:p>
      </dgm:t>
    </dgm:pt>
    <dgm:pt modelId="{3AF44992-CA20-44F7-9CAA-4BD166011040}" type="sibTrans" cxnId="{A7BBA581-7EC7-4D07-ADAD-873FC91F89A9}">
      <dgm:prSet/>
      <dgm:spPr/>
      <dgm:t>
        <a:bodyPr/>
        <a:lstStyle/>
        <a:p>
          <a:endParaRPr lang="en-US"/>
        </a:p>
      </dgm:t>
    </dgm:pt>
    <dgm:pt modelId="{D5E5927E-74BF-4085-BE9F-BF53FF5F3CF1}">
      <dgm:prSet/>
      <dgm:spPr/>
      <dgm:t>
        <a:bodyPr/>
        <a:lstStyle/>
        <a:p>
          <a:r>
            <a:rPr lang="en-US" b="1" i="1"/>
            <a:t>Ajustes realizados</a:t>
          </a:r>
          <a:endParaRPr lang="en-US"/>
        </a:p>
      </dgm:t>
    </dgm:pt>
    <dgm:pt modelId="{2B397E06-B0E9-46D4-9AA6-ED4F83B388C4}" type="parTrans" cxnId="{AAC710AA-6876-4EAC-956C-C572ACE1D89E}">
      <dgm:prSet/>
      <dgm:spPr/>
      <dgm:t>
        <a:bodyPr/>
        <a:lstStyle/>
        <a:p>
          <a:endParaRPr lang="en-US"/>
        </a:p>
      </dgm:t>
    </dgm:pt>
    <dgm:pt modelId="{68E8BD9A-D0A4-495E-B404-C50CF118BA15}" type="sibTrans" cxnId="{AAC710AA-6876-4EAC-956C-C572ACE1D89E}">
      <dgm:prSet/>
      <dgm:spPr/>
      <dgm:t>
        <a:bodyPr/>
        <a:lstStyle/>
        <a:p>
          <a:endParaRPr lang="en-US"/>
        </a:p>
      </dgm:t>
    </dgm:pt>
    <dgm:pt modelId="{D556BE6B-69FC-4A8A-A727-55A0A831F13E}">
      <dgm:prSet/>
      <dgm:spPr/>
      <dgm:t>
        <a:bodyPr/>
        <a:lstStyle/>
        <a:p>
          <a:pPr algn="just"/>
          <a:r>
            <a:rPr lang="en-US" i="1" dirty="0" err="1"/>
            <a:t>Simplificación</a:t>
          </a:r>
          <a:r>
            <a:rPr lang="en-US" i="1" dirty="0"/>
            <a:t> del </a:t>
          </a:r>
          <a:r>
            <a:rPr lang="en-US" i="1" dirty="0" err="1"/>
            <a:t>proceso</a:t>
          </a:r>
          <a:r>
            <a:rPr lang="en-US" i="1" dirty="0"/>
            <a:t> de </a:t>
          </a:r>
          <a:r>
            <a:rPr lang="en-US" i="1" dirty="0" err="1"/>
            <a:t>validación</a:t>
          </a:r>
          <a:r>
            <a:rPr lang="en-US" i="1" dirty="0"/>
            <a:t> </a:t>
          </a:r>
          <a:r>
            <a:rPr lang="en-US" i="1" dirty="0" err="1"/>
            <a:t>mediante</a:t>
          </a:r>
          <a:r>
            <a:rPr lang="en-US" i="1" dirty="0"/>
            <a:t> </a:t>
          </a:r>
          <a:r>
            <a:rPr lang="en-US" i="1" dirty="0" err="1"/>
            <a:t>pruebas</a:t>
          </a:r>
          <a:r>
            <a:rPr lang="en-US" i="1" dirty="0"/>
            <a:t> locales y </a:t>
          </a:r>
          <a:r>
            <a:rPr lang="en-US" i="1" dirty="0" err="1"/>
            <a:t>dispositivos</a:t>
          </a:r>
          <a:r>
            <a:rPr lang="en-US" i="1" dirty="0"/>
            <a:t> 	</a:t>
          </a:r>
          <a:r>
            <a:rPr lang="en-US" i="1" dirty="0" err="1"/>
            <a:t>físicos</a:t>
          </a:r>
          <a:r>
            <a:rPr lang="en-US" i="1" dirty="0"/>
            <a:t> reales.</a:t>
          </a:r>
          <a:endParaRPr lang="en-US" dirty="0"/>
        </a:p>
      </dgm:t>
    </dgm:pt>
    <dgm:pt modelId="{62D27A3A-6FA3-4B51-BB6D-4AAEEC3D9A94}" type="parTrans" cxnId="{DE6DF094-1E3A-40E2-9A81-787E192EEE6E}">
      <dgm:prSet/>
      <dgm:spPr/>
      <dgm:t>
        <a:bodyPr/>
        <a:lstStyle/>
        <a:p>
          <a:endParaRPr lang="en-US"/>
        </a:p>
      </dgm:t>
    </dgm:pt>
    <dgm:pt modelId="{4137D17D-0AB0-4C07-B521-50D2523191B6}" type="sibTrans" cxnId="{DE6DF094-1E3A-40E2-9A81-787E192EEE6E}">
      <dgm:prSet/>
      <dgm:spPr/>
      <dgm:t>
        <a:bodyPr/>
        <a:lstStyle/>
        <a:p>
          <a:endParaRPr lang="en-US"/>
        </a:p>
      </dgm:t>
    </dgm:pt>
    <dgm:pt modelId="{EDF8195B-58EB-49BD-BC35-9171E8AF92B4}">
      <dgm:prSet/>
      <dgm:spPr/>
      <dgm:t>
        <a:bodyPr/>
        <a:lstStyle/>
        <a:p>
          <a:pPr algn="just"/>
          <a:r>
            <a:rPr lang="en-US" i="1" dirty="0" err="1"/>
            <a:t>Sustitución</a:t>
          </a:r>
          <a:r>
            <a:rPr lang="en-US" i="1" dirty="0"/>
            <a:t> temporal de Android Studio </a:t>
          </a:r>
          <a:r>
            <a:rPr lang="en-US" i="1" dirty="0" err="1"/>
            <a:t>por</a:t>
          </a:r>
          <a:r>
            <a:rPr lang="en-US" i="1" dirty="0"/>
            <a:t> </a:t>
          </a:r>
          <a:r>
            <a:rPr lang="en-US" i="1" dirty="0" err="1"/>
            <a:t>herramientas</a:t>
          </a:r>
          <a:r>
            <a:rPr lang="en-US" i="1" dirty="0"/>
            <a:t> </a:t>
          </a:r>
          <a:r>
            <a:rPr lang="en-US" i="1" dirty="0" err="1"/>
            <a:t>más</a:t>
          </a:r>
          <a:r>
            <a:rPr lang="en-US" i="1" dirty="0"/>
            <a:t> </a:t>
          </a:r>
          <a:r>
            <a:rPr lang="en-US" i="1" dirty="0" err="1"/>
            <a:t>ligeras</a:t>
          </a:r>
          <a:r>
            <a:rPr lang="en-US" i="1" dirty="0"/>
            <a:t> para </a:t>
          </a:r>
          <a:r>
            <a:rPr lang="en-US" i="1" dirty="0" err="1"/>
            <a:t>pruebas</a:t>
          </a:r>
          <a:r>
            <a:rPr lang="en-US" i="1" dirty="0"/>
            <a:t> 	de </a:t>
          </a:r>
          <a:r>
            <a:rPr lang="en-US" i="1" dirty="0" err="1"/>
            <a:t>interfaz</a:t>
          </a:r>
          <a:r>
            <a:rPr lang="en-US" i="1" dirty="0"/>
            <a:t> y </a:t>
          </a:r>
          <a:r>
            <a:rPr lang="en-US" i="1" dirty="0" err="1"/>
            <a:t>flujo</a:t>
          </a:r>
          <a:r>
            <a:rPr lang="en-US" i="1" dirty="0"/>
            <a:t> de </a:t>
          </a:r>
          <a:r>
            <a:rPr lang="en-US" i="1" dirty="0" err="1"/>
            <a:t>datos</a:t>
          </a:r>
          <a:r>
            <a:rPr lang="en-US" i="1" dirty="0"/>
            <a:t>.</a:t>
          </a:r>
          <a:endParaRPr lang="en-US" dirty="0"/>
        </a:p>
      </dgm:t>
    </dgm:pt>
    <dgm:pt modelId="{82F74498-2BD1-4E25-8ED0-1F23901B17FB}" type="parTrans" cxnId="{38DEE1F8-D71D-4545-9743-299BFDB2C68D}">
      <dgm:prSet/>
      <dgm:spPr/>
      <dgm:t>
        <a:bodyPr/>
        <a:lstStyle/>
        <a:p>
          <a:endParaRPr lang="en-US"/>
        </a:p>
      </dgm:t>
    </dgm:pt>
    <dgm:pt modelId="{655241F2-5158-4D5D-B416-E8A1201309DA}" type="sibTrans" cxnId="{38DEE1F8-D71D-4545-9743-299BFDB2C68D}">
      <dgm:prSet/>
      <dgm:spPr/>
      <dgm:t>
        <a:bodyPr/>
        <a:lstStyle/>
        <a:p>
          <a:endParaRPr lang="en-US"/>
        </a:p>
      </dgm:t>
    </dgm:pt>
    <dgm:pt modelId="{D4275266-0E2F-4395-969E-D1BA6AF6FDF3}">
      <dgm:prSet/>
      <dgm:spPr/>
      <dgm:t>
        <a:bodyPr/>
        <a:lstStyle/>
        <a:p>
          <a:pPr algn="just"/>
          <a:r>
            <a:rPr lang="es-CL" i="1" dirty="0"/>
            <a:t>No optar por biométrica</a:t>
          </a:r>
          <a:endParaRPr lang="en-US" i="1" dirty="0"/>
        </a:p>
      </dgm:t>
    </dgm:pt>
    <dgm:pt modelId="{F523A2E7-1F6D-43A1-8CEA-AED9C47623BA}" type="parTrans" cxnId="{F8BDB6A2-C3E9-409B-BFC8-19415308D8E9}">
      <dgm:prSet/>
      <dgm:spPr/>
      <dgm:t>
        <a:bodyPr/>
        <a:lstStyle/>
        <a:p>
          <a:endParaRPr lang="en-US"/>
        </a:p>
      </dgm:t>
    </dgm:pt>
    <dgm:pt modelId="{A476C245-CFB4-4447-852C-BEF5087824DC}" type="sibTrans" cxnId="{F8BDB6A2-C3E9-409B-BFC8-19415308D8E9}">
      <dgm:prSet/>
      <dgm:spPr/>
      <dgm:t>
        <a:bodyPr/>
        <a:lstStyle/>
        <a:p>
          <a:endParaRPr lang="en-US"/>
        </a:p>
      </dgm:t>
    </dgm:pt>
    <dgm:pt modelId="{DBEEC4AD-D512-4C25-A76A-FC089226F9F6}" type="pres">
      <dgm:prSet presAssocID="{1EEBC991-0693-4258-9CFA-AC8008194ECD}" presName="Name0" presStyleCnt="0">
        <dgm:presLayoutVars>
          <dgm:dir/>
          <dgm:animLvl val="lvl"/>
          <dgm:resizeHandles val="exact"/>
        </dgm:presLayoutVars>
      </dgm:prSet>
      <dgm:spPr/>
    </dgm:pt>
    <dgm:pt modelId="{8B453931-2A3C-4E03-BB30-F0D1A03FD927}" type="pres">
      <dgm:prSet presAssocID="{463FA55D-66B1-442C-9D97-148544114DBF}" presName="composite" presStyleCnt="0"/>
      <dgm:spPr/>
    </dgm:pt>
    <dgm:pt modelId="{DB94BDB1-4518-43A4-8926-283957D16C2F}" type="pres">
      <dgm:prSet presAssocID="{463FA55D-66B1-442C-9D97-148544114DB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CDF57D3-4E86-458E-A816-A99AAF13CE20}" type="pres">
      <dgm:prSet presAssocID="{463FA55D-66B1-442C-9D97-148544114DBF}" presName="desTx" presStyleLbl="alignAccFollowNode1" presStyleIdx="0" presStyleCnt="3">
        <dgm:presLayoutVars>
          <dgm:bulletEnabled val="1"/>
        </dgm:presLayoutVars>
      </dgm:prSet>
      <dgm:spPr/>
    </dgm:pt>
    <dgm:pt modelId="{53D8DFA9-A9C3-49B2-BD46-0C0D1122288F}" type="pres">
      <dgm:prSet presAssocID="{9BEA8889-7141-48EC-9F6A-6EE716E15C5C}" presName="space" presStyleCnt="0"/>
      <dgm:spPr/>
    </dgm:pt>
    <dgm:pt modelId="{23F6B7FD-1839-4917-A591-6B55F0D03582}" type="pres">
      <dgm:prSet presAssocID="{755898E6-B509-4837-A6D3-6C3E4C5934E4}" presName="composite" presStyleCnt="0"/>
      <dgm:spPr/>
    </dgm:pt>
    <dgm:pt modelId="{B2770FCF-6487-4762-8469-D608B7E4656C}" type="pres">
      <dgm:prSet presAssocID="{755898E6-B509-4837-A6D3-6C3E4C5934E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9F57E9E-3D30-4914-A22B-DABA3A4A83D3}" type="pres">
      <dgm:prSet presAssocID="{755898E6-B509-4837-A6D3-6C3E4C5934E4}" presName="desTx" presStyleLbl="alignAccFollowNode1" presStyleIdx="1" presStyleCnt="3">
        <dgm:presLayoutVars>
          <dgm:bulletEnabled val="1"/>
        </dgm:presLayoutVars>
      </dgm:prSet>
      <dgm:spPr/>
    </dgm:pt>
    <dgm:pt modelId="{79701475-4EC5-4C26-B3E3-B2C275933987}" type="pres">
      <dgm:prSet presAssocID="{1F3B0ECB-2198-45FD-BB48-8DD4AD442F5C}" presName="space" presStyleCnt="0"/>
      <dgm:spPr/>
    </dgm:pt>
    <dgm:pt modelId="{CDFA423B-67A4-4E97-9689-51F8D1E275AC}" type="pres">
      <dgm:prSet presAssocID="{D5E5927E-74BF-4085-BE9F-BF53FF5F3CF1}" presName="composite" presStyleCnt="0"/>
      <dgm:spPr/>
    </dgm:pt>
    <dgm:pt modelId="{C22BACA0-7532-4F16-AE62-0F857B858E7F}" type="pres">
      <dgm:prSet presAssocID="{D5E5927E-74BF-4085-BE9F-BF53FF5F3CF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E431911-AE56-4535-8EE0-E31B04381778}" type="pres">
      <dgm:prSet presAssocID="{D5E5927E-74BF-4085-BE9F-BF53FF5F3CF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7392A25-D537-499B-B66E-6B232072EEAE}" srcId="{463FA55D-66B1-442C-9D97-148544114DBF}" destId="{294514EA-2B97-465D-9673-14D6950BC256}" srcOrd="1" destOrd="0" parTransId="{0E83FAC2-DF44-4708-B056-9D99C80E4AF0}" sibTransId="{6618DFDA-6D1B-4757-B017-259843400128}"/>
    <dgm:cxn modelId="{C9B2113A-027C-44D8-A7E9-155BC9FA7625}" srcId="{1EEBC991-0693-4258-9CFA-AC8008194ECD}" destId="{463FA55D-66B1-442C-9D97-148544114DBF}" srcOrd="0" destOrd="0" parTransId="{7F1592DE-CFA2-4471-98EA-667044E7DAC0}" sibTransId="{9BEA8889-7141-48EC-9F6A-6EE716E15C5C}"/>
    <dgm:cxn modelId="{D1918744-CF54-4BCD-ADEB-F57D72D7FCA5}" type="presOf" srcId="{4C868754-B515-4B78-844E-F553E0B9F474}" destId="{79F57E9E-3D30-4914-A22B-DABA3A4A83D3}" srcOrd="0" destOrd="0" presId="urn:microsoft.com/office/officeart/2005/8/layout/hList1"/>
    <dgm:cxn modelId="{89703072-15A7-4453-AA56-2787B8EF78EF}" type="presOf" srcId="{7C59E946-E177-4F4E-AEB7-9C9C303B07C4}" destId="{4CDF57D3-4E86-458E-A816-A99AAF13CE20}" srcOrd="0" destOrd="0" presId="urn:microsoft.com/office/officeart/2005/8/layout/hList1"/>
    <dgm:cxn modelId="{4E91895A-522B-4782-A22B-2F654CD07505}" type="presOf" srcId="{D5E5927E-74BF-4085-BE9F-BF53FF5F3CF1}" destId="{C22BACA0-7532-4F16-AE62-0F857B858E7F}" srcOrd="0" destOrd="0" presId="urn:microsoft.com/office/officeart/2005/8/layout/hList1"/>
    <dgm:cxn modelId="{A7BBA581-7EC7-4D07-ADAD-873FC91F89A9}" srcId="{755898E6-B509-4837-A6D3-6C3E4C5934E4}" destId="{E8102230-48E4-4F24-9EC0-F7E6366BD18B}" srcOrd="1" destOrd="0" parTransId="{E057746C-E1D8-4DB4-8D73-0C980C3D7DD3}" sibTransId="{3AF44992-CA20-44F7-9CAA-4BD166011040}"/>
    <dgm:cxn modelId="{A34B2A85-CB51-403A-BC4D-C3C4CCD037A8}" type="presOf" srcId="{755898E6-B509-4837-A6D3-6C3E4C5934E4}" destId="{B2770FCF-6487-4762-8469-D608B7E4656C}" srcOrd="0" destOrd="0" presId="urn:microsoft.com/office/officeart/2005/8/layout/hList1"/>
    <dgm:cxn modelId="{15559289-37FC-4BF3-95BA-989B5329B623}" type="presOf" srcId="{EDF8195B-58EB-49BD-BC35-9171E8AF92B4}" destId="{DE431911-AE56-4535-8EE0-E31B04381778}" srcOrd="0" destOrd="1" presId="urn:microsoft.com/office/officeart/2005/8/layout/hList1"/>
    <dgm:cxn modelId="{9C30388E-B75B-4344-8A8E-8FD332CF98DF}" srcId="{755898E6-B509-4837-A6D3-6C3E4C5934E4}" destId="{4C868754-B515-4B78-844E-F553E0B9F474}" srcOrd="0" destOrd="0" parTransId="{66A8A8DC-25BE-4410-B1D2-0FBF34F26BA6}" sibTransId="{4CA54C95-84B6-4810-A2DB-ADF865CC6AF7}"/>
    <dgm:cxn modelId="{DE6DF094-1E3A-40E2-9A81-787E192EEE6E}" srcId="{D5E5927E-74BF-4085-BE9F-BF53FF5F3CF1}" destId="{D556BE6B-69FC-4A8A-A727-55A0A831F13E}" srcOrd="0" destOrd="0" parTransId="{62D27A3A-6FA3-4B51-BB6D-4AAEEC3D9A94}" sibTransId="{4137D17D-0AB0-4C07-B521-50D2523191B6}"/>
    <dgm:cxn modelId="{FF697C97-7E36-494B-B839-D547B60F85FD}" srcId="{463FA55D-66B1-442C-9D97-148544114DBF}" destId="{8E0032E7-3371-4220-B83B-2BDAD5E094BA}" srcOrd="2" destOrd="0" parTransId="{BC4EF00B-9228-45FD-9761-48B2DE4AE8A3}" sibTransId="{160B3AC9-0C1A-4FC8-987E-B9BA635490BC}"/>
    <dgm:cxn modelId="{F8BDB6A2-C3E9-409B-BFC8-19415308D8E9}" srcId="{D5E5927E-74BF-4085-BE9F-BF53FF5F3CF1}" destId="{D4275266-0E2F-4395-969E-D1BA6AF6FDF3}" srcOrd="2" destOrd="0" parTransId="{F523A2E7-1F6D-43A1-8CEA-AED9C47623BA}" sibTransId="{A476C245-CFB4-4447-852C-BEF5087824DC}"/>
    <dgm:cxn modelId="{2AA065A3-1D65-4143-B574-DE9087CABE5A}" type="presOf" srcId="{E8102230-48E4-4F24-9EC0-F7E6366BD18B}" destId="{79F57E9E-3D30-4914-A22B-DABA3A4A83D3}" srcOrd="0" destOrd="1" presId="urn:microsoft.com/office/officeart/2005/8/layout/hList1"/>
    <dgm:cxn modelId="{AAC710AA-6876-4EAC-956C-C572ACE1D89E}" srcId="{1EEBC991-0693-4258-9CFA-AC8008194ECD}" destId="{D5E5927E-74BF-4085-BE9F-BF53FF5F3CF1}" srcOrd="2" destOrd="0" parTransId="{2B397E06-B0E9-46D4-9AA6-ED4F83B388C4}" sibTransId="{68E8BD9A-D0A4-495E-B404-C50CF118BA15}"/>
    <dgm:cxn modelId="{F3F3D8AA-B666-4A6C-BEE1-5A40A1ACED33}" type="presOf" srcId="{D4275266-0E2F-4395-969E-D1BA6AF6FDF3}" destId="{DE431911-AE56-4535-8EE0-E31B04381778}" srcOrd="0" destOrd="2" presId="urn:microsoft.com/office/officeart/2005/8/layout/hList1"/>
    <dgm:cxn modelId="{B793D1B0-EDD1-4BA0-83CA-B760852783A6}" type="presOf" srcId="{8E0032E7-3371-4220-B83B-2BDAD5E094BA}" destId="{4CDF57D3-4E86-458E-A816-A99AAF13CE20}" srcOrd="0" destOrd="2" presId="urn:microsoft.com/office/officeart/2005/8/layout/hList1"/>
    <dgm:cxn modelId="{ECF15DB1-C2D0-442E-B88F-BC07754495E5}" type="presOf" srcId="{294514EA-2B97-465D-9673-14D6950BC256}" destId="{4CDF57D3-4E86-458E-A816-A99AAF13CE20}" srcOrd="0" destOrd="1" presId="urn:microsoft.com/office/officeart/2005/8/layout/hList1"/>
    <dgm:cxn modelId="{33A03BC0-DB86-400C-854E-C6CAAEFED7A0}" type="presOf" srcId="{463FA55D-66B1-442C-9D97-148544114DBF}" destId="{DB94BDB1-4518-43A4-8926-283957D16C2F}" srcOrd="0" destOrd="0" presId="urn:microsoft.com/office/officeart/2005/8/layout/hList1"/>
    <dgm:cxn modelId="{B33823C6-1594-45E1-B2BD-73AB90515253}" srcId="{463FA55D-66B1-442C-9D97-148544114DBF}" destId="{7C59E946-E177-4F4E-AEB7-9C9C303B07C4}" srcOrd="0" destOrd="0" parTransId="{C3239E38-4D57-41CB-A5D5-9D07DE46B932}" sibTransId="{C542041F-42E5-429B-A6C4-4A11F9230827}"/>
    <dgm:cxn modelId="{1204CAC7-FA4F-4C00-A083-2EEFABBB822B}" type="presOf" srcId="{1EEBC991-0693-4258-9CFA-AC8008194ECD}" destId="{DBEEC4AD-D512-4C25-A76A-FC089226F9F6}" srcOrd="0" destOrd="0" presId="urn:microsoft.com/office/officeart/2005/8/layout/hList1"/>
    <dgm:cxn modelId="{8348E5D2-615A-4596-9973-956090D835E4}" srcId="{1EEBC991-0693-4258-9CFA-AC8008194ECD}" destId="{755898E6-B509-4837-A6D3-6C3E4C5934E4}" srcOrd="1" destOrd="0" parTransId="{B935A9F1-5025-4C78-AD54-536E7F862D83}" sibTransId="{1F3B0ECB-2198-45FD-BB48-8DD4AD442F5C}"/>
    <dgm:cxn modelId="{6AA314DC-5E68-4381-8E49-DC6D1917F5F6}" type="presOf" srcId="{D556BE6B-69FC-4A8A-A727-55A0A831F13E}" destId="{DE431911-AE56-4535-8EE0-E31B04381778}" srcOrd="0" destOrd="0" presId="urn:microsoft.com/office/officeart/2005/8/layout/hList1"/>
    <dgm:cxn modelId="{38DEE1F8-D71D-4545-9743-299BFDB2C68D}" srcId="{D5E5927E-74BF-4085-BE9F-BF53FF5F3CF1}" destId="{EDF8195B-58EB-49BD-BC35-9171E8AF92B4}" srcOrd="1" destOrd="0" parTransId="{82F74498-2BD1-4E25-8ED0-1F23901B17FB}" sibTransId="{655241F2-5158-4D5D-B416-E8A1201309DA}"/>
    <dgm:cxn modelId="{3F55EFDF-4BF7-4A2B-8E71-5903B76F9ED1}" type="presParOf" srcId="{DBEEC4AD-D512-4C25-A76A-FC089226F9F6}" destId="{8B453931-2A3C-4E03-BB30-F0D1A03FD927}" srcOrd="0" destOrd="0" presId="urn:microsoft.com/office/officeart/2005/8/layout/hList1"/>
    <dgm:cxn modelId="{79E43CED-439D-4A95-B094-5334C4D075A9}" type="presParOf" srcId="{8B453931-2A3C-4E03-BB30-F0D1A03FD927}" destId="{DB94BDB1-4518-43A4-8926-283957D16C2F}" srcOrd="0" destOrd="0" presId="urn:microsoft.com/office/officeart/2005/8/layout/hList1"/>
    <dgm:cxn modelId="{E0F21BFA-945C-450C-A528-FD58DEA131A8}" type="presParOf" srcId="{8B453931-2A3C-4E03-BB30-F0D1A03FD927}" destId="{4CDF57D3-4E86-458E-A816-A99AAF13CE20}" srcOrd="1" destOrd="0" presId="urn:microsoft.com/office/officeart/2005/8/layout/hList1"/>
    <dgm:cxn modelId="{666E7596-45DB-4699-B084-E1B2BF710B41}" type="presParOf" srcId="{DBEEC4AD-D512-4C25-A76A-FC089226F9F6}" destId="{53D8DFA9-A9C3-49B2-BD46-0C0D1122288F}" srcOrd="1" destOrd="0" presId="urn:microsoft.com/office/officeart/2005/8/layout/hList1"/>
    <dgm:cxn modelId="{862E7CE1-6AF0-4CFB-BCA5-14AAE89FBE92}" type="presParOf" srcId="{DBEEC4AD-D512-4C25-A76A-FC089226F9F6}" destId="{23F6B7FD-1839-4917-A591-6B55F0D03582}" srcOrd="2" destOrd="0" presId="urn:microsoft.com/office/officeart/2005/8/layout/hList1"/>
    <dgm:cxn modelId="{6D9C427C-9DE2-406B-9A3A-7A0ECDF7FC3A}" type="presParOf" srcId="{23F6B7FD-1839-4917-A591-6B55F0D03582}" destId="{B2770FCF-6487-4762-8469-D608B7E4656C}" srcOrd="0" destOrd="0" presId="urn:microsoft.com/office/officeart/2005/8/layout/hList1"/>
    <dgm:cxn modelId="{5519B7C6-C9B0-4F3A-9A20-27B1AC921569}" type="presParOf" srcId="{23F6B7FD-1839-4917-A591-6B55F0D03582}" destId="{79F57E9E-3D30-4914-A22B-DABA3A4A83D3}" srcOrd="1" destOrd="0" presId="urn:microsoft.com/office/officeart/2005/8/layout/hList1"/>
    <dgm:cxn modelId="{04C8EC0A-7FCC-4270-8859-F29E6A269750}" type="presParOf" srcId="{DBEEC4AD-D512-4C25-A76A-FC089226F9F6}" destId="{79701475-4EC5-4C26-B3E3-B2C275933987}" srcOrd="3" destOrd="0" presId="urn:microsoft.com/office/officeart/2005/8/layout/hList1"/>
    <dgm:cxn modelId="{D1C29408-7585-468D-A766-DFF6C7CFAE76}" type="presParOf" srcId="{DBEEC4AD-D512-4C25-A76A-FC089226F9F6}" destId="{CDFA423B-67A4-4E97-9689-51F8D1E275AC}" srcOrd="4" destOrd="0" presId="urn:microsoft.com/office/officeart/2005/8/layout/hList1"/>
    <dgm:cxn modelId="{CF53C9D6-B4FF-49A8-A011-76970D10461E}" type="presParOf" srcId="{CDFA423B-67A4-4E97-9689-51F8D1E275AC}" destId="{C22BACA0-7532-4F16-AE62-0F857B858E7F}" srcOrd="0" destOrd="0" presId="urn:microsoft.com/office/officeart/2005/8/layout/hList1"/>
    <dgm:cxn modelId="{6BBE16B8-76D6-49A7-BFA1-E3A8B9452AAB}" type="presParOf" srcId="{CDFA423B-67A4-4E97-9689-51F8D1E275AC}" destId="{DE431911-AE56-4535-8EE0-E31B043817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EBC991-0693-4258-9CFA-AC8008194E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63FA55D-66B1-442C-9D97-148544114D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FRONT</a:t>
          </a:r>
          <a:endParaRPr lang="en-US" dirty="0"/>
        </a:p>
      </dgm:t>
    </dgm:pt>
    <dgm:pt modelId="{7F1592DE-CFA2-4471-98EA-667044E7DAC0}" type="parTrans" cxnId="{C9B2113A-027C-44D8-A7E9-155BC9FA7625}">
      <dgm:prSet/>
      <dgm:spPr/>
      <dgm:t>
        <a:bodyPr/>
        <a:lstStyle/>
        <a:p>
          <a:endParaRPr lang="en-US"/>
        </a:p>
      </dgm:t>
    </dgm:pt>
    <dgm:pt modelId="{9BEA8889-7141-48EC-9F6A-6EE716E15C5C}" type="sibTrans" cxnId="{C9B2113A-027C-44D8-A7E9-155BC9FA7625}">
      <dgm:prSet/>
      <dgm:spPr/>
      <dgm:t>
        <a:bodyPr/>
        <a:lstStyle/>
        <a:p>
          <a:endParaRPr lang="en-US"/>
        </a:p>
      </dgm:t>
    </dgm:pt>
    <dgm:pt modelId="{7C59E946-E177-4F4E-AEB7-9C9C303B07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dirty="0"/>
            <a:t>Java Script</a:t>
          </a:r>
        </a:p>
      </dgm:t>
    </dgm:pt>
    <dgm:pt modelId="{C3239E38-4D57-41CB-A5D5-9D07DE46B932}" type="parTrans" cxnId="{B33823C6-1594-45E1-B2BD-73AB90515253}">
      <dgm:prSet/>
      <dgm:spPr/>
      <dgm:t>
        <a:bodyPr/>
        <a:lstStyle/>
        <a:p>
          <a:endParaRPr lang="en-US"/>
        </a:p>
      </dgm:t>
    </dgm:pt>
    <dgm:pt modelId="{C542041F-42E5-429B-A6C4-4A11F9230827}" type="sibTrans" cxnId="{B33823C6-1594-45E1-B2BD-73AB90515253}">
      <dgm:prSet/>
      <dgm:spPr/>
      <dgm:t>
        <a:bodyPr/>
        <a:lstStyle/>
        <a:p>
          <a:endParaRPr lang="en-US"/>
        </a:p>
      </dgm:t>
    </dgm:pt>
    <dgm:pt modelId="{294514EA-2B97-465D-9673-14D6950BC256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CSS</a:t>
          </a:r>
          <a:endParaRPr lang="en-US"/>
        </a:p>
      </dgm:t>
    </dgm:pt>
    <dgm:pt modelId="{0E83FAC2-DF44-4708-B056-9D99C80E4AF0}" type="parTrans" cxnId="{37392A25-D537-499B-B66E-6B232072EEAE}">
      <dgm:prSet/>
      <dgm:spPr/>
      <dgm:t>
        <a:bodyPr/>
        <a:lstStyle/>
        <a:p>
          <a:endParaRPr lang="en-US"/>
        </a:p>
      </dgm:t>
    </dgm:pt>
    <dgm:pt modelId="{6618DFDA-6D1B-4757-B017-259843400128}" type="sibTrans" cxnId="{37392A25-D537-499B-B66E-6B232072EEAE}">
      <dgm:prSet/>
      <dgm:spPr/>
      <dgm:t>
        <a:bodyPr/>
        <a:lstStyle/>
        <a:p>
          <a:endParaRPr lang="en-US"/>
        </a:p>
      </dgm:t>
    </dgm:pt>
    <dgm:pt modelId="{8E0032E7-3371-4220-B83B-2BDAD5E094BA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HTML</a:t>
          </a:r>
          <a:endParaRPr lang="en-US"/>
        </a:p>
      </dgm:t>
    </dgm:pt>
    <dgm:pt modelId="{BC4EF00B-9228-45FD-9761-48B2DE4AE8A3}" type="parTrans" cxnId="{FF697C97-7E36-494B-B839-D547B60F85FD}">
      <dgm:prSet/>
      <dgm:spPr/>
      <dgm:t>
        <a:bodyPr/>
        <a:lstStyle/>
        <a:p>
          <a:endParaRPr lang="en-US"/>
        </a:p>
      </dgm:t>
    </dgm:pt>
    <dgm:pt modelId="{160B3AC9-0C1A-4FC8-987E-B9BA635490BC}" type="sibTrans" cxnId="{FF697C97-7E36-494B-B839-D547B60F85FD}">
      <dgm:prSet/>
      <dgm:spPr/>
      <dgm:t>
        <a:bodyPr/>
        <a:lstStyle/>
        <a:p>
          <a:endParaRPr lang="en-US"/>
        </a:p>
      </dgm:t>
    </dgm:pt>
    <dgm:pt modelId="{755898E6-B509-4837-A6D3-6C3E4C5934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DB</a:t>
          </a:r>
          <a:endParaRPr lang="en-US" dirty="0"/>
        </a:p>
      </dgm:t>
    </dgm:pt>
    <dgm:pt modelId="{B935A9F1-5025-4C78-AD54-536E7F862D83}" type="parTrans" cxnId="{8348E5D2-615A-4596-9973-956090D835E4}">
      <dgm:prSet/>
      <dgm:spPr/>
      <dgm:t>
        <a:bodyPr/>
        <a:lstStyle/>
        <a:p>
          <a:endParaRPr lang="en-US"/>
        </a:p>
      </dgm:t>
    </dgm:pt>
    <dgm:pt modelId="{1F3B0ECB-2198-45FD-BB48-8DD4AD442F5C}" type="sibTrans" cxnId="{8348E5D2-615A-4596-9973-956090D835E4}">
      <dgm:prSet/>
      <dgm:spPr/>
      <dgm:t>
        <a:bodyPr/>
        <a:lstStyle/>
        <a:p>
          <a:endParaRPr lang="en-US"/>
        </a:p>
      </dgm:t>
    </dgm:pt>
    <dgm:pt modelId="{4C868754-B515-4B78-844E-F553E0B9F4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dirty="0" err="1"/>
            <a:t>IndexedDB</a:t>
          </a:r>
          <a:endParaRPr lang="en-US" i="0" dirty="0"/>
        </a:p>
        <a:p>
          <a:pPr>
            <a:lnSpc>
              <a:spcPct val="100000"/>
            </a:lnSpc>
          </a:pPr>
          <a:r>
            <a:rPr lang="en-US" b="0" dirty="0"/>
            <a:t>PBKDF2</a:t>
          </a:r>
        </a:p>
      </dgm:t>
    </dgm:pt>
    <dgm:pt modelId="{66A8A8DC-25BE-4410-B1D2-0FBF34F26BA6}" type="parTrans" cxnId="{9C30388E-B75B-4344-8A8E-8FD332CF98DF}">
      <dgm:prSet/>
      <dgm:spPr/>
      <dgm:t>
        <a:bodyPr/>
        <a:lstStyle/>
        <a:p>
          <a:endParaRPr lang="en-US"/>
        </a:p>
      </dgm:t>
    </dgm:pt>
    <dgm:pt modelId="{4CA54C95-84B6-4810-A2DB-ADF865CC6AF7}" type="sibTrans" cxnId="{9C30388E-B75B-4344-8A8E-8FD332CF98DF}">
      <dgm:prSet/>
      <dgm:spPr/>
      <dgm:t>
        <a:bodyPr/>
        <a:lstStyle/>
        <a:p>
          <a:endParaRPr lang="en-US"/>
        </a:p>
      </dgm:t>
    </dgm:pt>
    <dgm:pt modelId="{D5E5927E-74BF-4085-BE9F-BF53FF5F3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APK</a:t>
          </a:r>
          <a:endParaRPr lang="en-US" dirty="0"/>
        </a:p>
      </dgm:t>
    </dgm:pt>
    <dgm:pt modelId="{2B397E06-B0E9-46D4-9AA6-ED4F83B388C4}" type="parTrans" cxnId="{AAC710AA-6876-4EAC-956C-C572ACE1D89E}">
      <dgm:prSet/>
      <dgm:spPr/>
      <dgm:t>
        <a:bodyPr/>
        <a:lstStyle/>
        <a:p>
          <a:endParaRPr lang="en-US"/>
        </a:p>
      </dgm:t>
    </dgm:pt>
    <dgm:pt modelId="{68E8BD9A-D0A4-495E-B404-C50CF118BA15}" type="sibTrans" cxnId="{AAC710AA-6876-4EAC-956C-C572ACE1D89E}">
      <dgm:prSet/>
      <dgm:spPr/>
      <dgm:t>
        <a:bodyPr/>
        <a:lstStyle/>
        <a:p>
          <a:endParaRPr lang="en-US"/>
        </a:p>
      </dgm:t>
    </dgm:pt>
    <dgm:pt modelId="{D556BE6B-69FC-4A8A-A727-55A0A831F13E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dirty="0" err="1"/>
            <a:t>Cordova</a:t>
          </a:r>
          <a:endParaRPr lang="en-US" dirty="0"/>
        </a:p>
      </dgm:t>
    </dgm:pt>
    <dgm:pt modelId="{62D27A3A-6FA3-4B51-BB6D-4AAEEC3D9A94}" type="parTrans" cxnId="{DE6DF094-1E3A-40E2-9A81-787E192EEE6E}">
      <dgm:prSet/>
      <dgm:spPr/>
      <dgm:t>
        <a:bodyPr/>
        <a:lstStyle/>
        <a:p>
          <a:endParaRPr lang="en-US"/>
        </a:p>
      </dgm:t>
    </dgm:pt>
    <dgm:pt modelId="{4137D17D-0AB0-4C07-B521-50D2523191B6}" type="sibTrans" cxnId="{DE6DF094-1E3A-40E2-9A81-787E192EEE6E}">
      <dgm:prSet/>
      <dgm:spPr/>
      <dgm:t>
        <a:bodyPr/>
        <a:lstStyle/>
        <a:p>
          <a:endParaRPr lang="en-US"/>
        </a:p>
      </dgm:t>
    </dgm:pt>
    <dgm:pt modelId="{412ADA15-BE3F-4684-8272-88ABB96C9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AES-GCM</a:t>
          </a:r>
        </a:p>
      </dgm:t>
    </dgm:pt>
    <dgm:pt modelId="{3021388E-573C-4A81-963F-E07DB73A36D3}" type="parTrans" cxnId="{57E096A6-9721-4B22-B5EE-CC40DBDFB621}">
      <dgm:prSet/>
      <dgm:spPr/>
      <dgm:t>
        <a:bodyPr/>
        <a:lstStyle/>
        <a:p>
          <a:endParaRPr lang="en-US"/>
        </a:p>
      </dgm:t>
    </dgm:pt>
    <dgm:pt modelId="{9319D8C4-E991-4133-8846-818FC54F1AB8}" type="sibTrans" cxnId="{57E096A6-9721-4B22-B5EE-CC40DBDFB621}">
      <dgm:prSet/>
      <dgm:spPr/>
      <dgm:t>
        <a:bodyPr/>
        <a:lstStyle/>
        <a:p>
          <a:endParaRPr lang="en-US"/>
        </a:p>
      </dgm:t>
    </dgm:pt>
    <dgm:pt modelId="{9BA297C3-3FB4-436C-9FE9-A3163185A71E}" type="pres">
      <dgm:prSet presAssocID="{1EEBC991-0693-4258-9CFA-AC8008194ECD}" presName="root" presStyleCnt="0">
        <dgm:presLayoutVars>
          <dgm:dir/>
          <dgm:resizeHandles val="exact"/>
        </dgm:presLayoutVars>
      </dgm:prSet>
      <dgm:spPr/>
    </dgm:pt>
    <dgm:pt modelId="{55B56B87-36D7-4CA4-9A41-60554D98B5A5}" type="pres">
      <dgm:prSet presAssocID="{463FA55D-66B1-442C-9D97-148544114DBF}" presName="compNode" presStyleCnt="0"/>
      <dgm:spPr/>
    </dgm:pt>
    <dgm:pt modelId="{FBD2200D-AA69-4351-A7A7-276757CF5861}" type="pres">
      <dgm:prSet presAssocID="{463FA55D-66B1-442C-9D97-148544114DBF}" presName="bgRect" presStyleLbl="bgShp" presStyleIdx="0" presStyleCnt="3"/>
      <dgm:spPr/>
    </dgm:pt>
    <dgm:pt modelId="{200942E4-6681-4E41-AFF8-A80A4361CEF3}" type="pres">
      <dgm:prSet presAssocID="{463FA55D-66B1-442C-9D97-148544114D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B5512F59-8888-454A-9B64-0C8F9963695E}" type="pres">
      <dgm:prSet presAssocID="{463FA55D-66B1-442C-9D97-148544114DBF}" presName="spaceRect" presStyleCnt="0"/>
      <dgm:spPr/>
    </dgm:pt>
    <dgm:pt modelId="{EBC198F5-6A5A-4D96-9506-CBF137608E46}" type="pres">
      <dgm:prSet presAssocID="{463FA55D-66B1-442C-9D97-148544114DBF}" presName="parTx" presStyleLbl="revTx" presStyleIdx="0" presStyleCnt="6">
        <dgm:presLayoutVars>
          <dgm:chMax val="0"/>
          <dgm:chPref val="0"/>
        </dgm:presLayoutVars>
      </dgm:prSet>
      <dgm:spPr/>
    </dgm:pt>
    <dgm:pt modelId="{5157FAF6-574E-42F2-B2A6-5B60E7E14961}" type="pres">
      <dgm:prSet presAssocID="{463FA55D-66B1-442C-9D97-148544114DBF}" presName="desTx" presStyleLbl="revTx" presStyleIdx="1" presStyleCnt="6">
        <dgm:presLayoutVars/>
      </dgm:prSet>
      <dgm:spPr/>
    </dgm:pt>
    <dgm:pt modelId="{19BC3802-A820-418F-99F9-7F110ED25E60}" type="pres">
      <dgm:prSet presAssocID="{9BEA8889-7141-48EC-9F6A-6EE716E15C5C}" presName="sibTrans" presStyleCnt="0"/>
      <dgm:spPr/>
    </dgm:pt>
    <dgm:pt modelId="{AB2EB4F6-E31D-430B-AFD1-255C70789E5D}" type="pres">
      <dgm:prSet presAssocID="{755898E6-B509-4837-A6D3-6C3E4C5934E4}" presName="compNode" presStyleCnt="0"/>
      <dgm:spPr/>
    </dgm:pt>
    <dgm:pt modelId="{75E64CDD-7E1E-40D8-A8D9-31A7B9316C7D}" type="pres">
      <dgm:prSet presAssocID="{755898E6-B509-4837-A6D3-6C3E4C5934E4}" presName="bgRect" presStyleLbl="bgShp" presStyleIdx="1" presStyleCnt="3"/>
      <dgm:spPr/>
    </dgm:pt>
    <dgm:pt modelId="{56104E1A-E77B-47AE-8F94-2316CC35D81E}" type="pres">
      <dgm:prSet presAssocID="{755898E6-B509-4837-A6D3-6C3E4C5934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1F5B2D1-AB1B-486B-8515-23406D52ED43}" type="pres">
      <dgm:prSet presAssocID="{755898E6-B509-4837-A6D3-6C3E4C5934E4}" presName="spaceRect" presStyleCnt="0"/>
      <dgm:spPr/>
    </dgm:pt>
    <dgm:pt modelId="{EC5FAE19-B593-474B-9581-A82EB487E1F6}" type="pres">
      <dgm:prSet presAssocID="{755898E6-B509-4837-A6D3-6C3E4C5934E4}" presName="parTx" presStyleLbl="revTx" presStyleIdx="2" presStyleCnt="6">
        <dgm:presLayoutVars>
          <dgm:chMax val="0"/>
          <dgm:chPref val="0"/>
        </dgm:presLayoutVars>
      </dgm:prSet>
      <dgm:spPr/>
    </dgm:pt>
    <dgm:pt modelId="{852EAB11-1426-478A-9EE3-E732D7B3136A}" type="pres">
      <dgm:prSet presAssocID="{755898E6-B509-4837-A6D3-6C3E4C5934E4}" presName="desTx" presStyleLbl="revTx" presStyleIdx="3" presStyleCnt="6">
        <dgm:presLayoutVars/>
      </dgm:prSet>
      <dgm:spPr/>
    </dgm:pt>
    <dgm:pt modelId="{7249CC24-058E-4011-8C8F-2C43BC653EBB}" type="pres">
      <dgm:prSet presAssocID="{1F3B0ECB-2198-45FD-BB48-8DD4AD442F5C}" presName="sibTrans" presStyleCnt="0"/>
      <dgm:spPr/>
    </dgm:pt>
    <dgm:pt modelId="{2BAF36A3-14F4-4518-8133-B5D62DD50FA3}" type="pres">
      <dgm:prSet presAssocID="{D5E5927E-74BF-4085-BE9F-BF53FF5F3CF1}" presName="compNode" presStyleCnt="0"/>
      <dgm:spPr/>
    </dgm:pt>
    <dgm:pt modelId="{35576A77-2CCF-434A-ADD6-8982E28A65CD}" type="pres">
      <dgm:prSet presAssocID="{D5E5927E-74BF-4085-BE9F-BF53FF5F3CF1}" presName="bgRect" presStyleLbl="bgShp" presStyleIdx="2" presStyleCnt="3"/>
      <dgm:spPr/>
    </dgm:pt>
    <dgm:pt modelId="{72853FF7-C8D9-48AB-91BD-464272D0BA66}" type="pres">
      <dgm:prSet presAssocID="{D5E5927E-74BF-4085-BE9F-BF53FF5F3C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8DDF4B0-EFE1-4929-B033-0898A360913E}" type="pres">
      <dgm:prSet presAssocID="{D5E5927E-74BF-4085-BE9F-BF53FF5F3CF1}" presName="spaceRect" presStyleCnt="0"/>
      <dgm:spPr/>
    </dgm:pt>
    <dgm:pt modelId="{93A513A3-2C08-445D-8A2B-0688C081CD68}" type="pres">
      <dgm:prSet presAssocID="{D5E5927E-74BF-4085-BE9F-BF53FF5F3CF1}" presName="parTx" presStyleLbl="revTx" presStyleIdx="4" presStyleCnt="6">
        <dgm:presLayoutVars>
          <dgm:chMax val="0"/>
          <dgm:chPref val="0"/>
        </dgm:presLayoutVars>
      </dgm:prSet>
      <dgm:spPr/>
    </dgm:pt>
    <dgm:pt modelId="{8E17442A-D4BB-48F8-A219-55CAFD929F7C}" type="pres">
      <dgm:prSet presAssocID="{D5E5927E-74BF-4085-BE9F-BF53FF5F3CF1}" presName="desTx" presStyleLbl="revTx" presStyleIdx="5" presStyleCnt="6">
        <dgm:presLayoutVars/>
      </dgm:prSet>
      <dgm:spPr/>
    </dgm:pt>
  </dgm:ptLst>
  <dgm:cxnLst>
    <dgm:cxn modelId="{37392A25-D537-499B-B66E-6B232072EEAE}" srcId="{463FA55D-66B1-442C-9D97-148544114DBF}" destId="{294514EA-2B97-465D-9673-14D6950BC256}" srcOrd="1" destOrd="0" parTransId="{0E83FAC2-DF44-4708-B056-9D99C80E4AF0}" sibTransId="{6618DFDA-6D1B-4757-B017-259843400128}"/>
    <dgm:cxn modelId="{59EA7131-8AA7-43AB-8A8D-AE9ECD58A07A}" type="presOf" srcId="{1EEBC991-0693-4258-9CFA-AC8008194ECD}" destId="{9BA297C3-3FB4-436C-9FE9-A3163185A71E}" srcOrd="0" destOrd="0" presId="urn:microsoft.com/office/officeart/2018/2/layout/IconVerticalSolidList"/>
    <dgm:cxn modelId="{C9B2113A-027C-44D8-A7E9-155BC9FA7625}" srcId="{1EEBC991-0693-4258-9CFA-AC8008194ECD}" destId="{463FA55D-66B1-442C-9D97-148544114DBF}" srcOrd="0" destOrd="0" parTransId="{7F1592DE-CFA2-4471-98EA-667044E7DAC0}" sibTransId="{9BEA8889-7141-48EC-9F6A-6EE716E15C5C}"/>
    <dgm:cxn modelId="{558B0442-5A32-4593-806E-B45474C7414D}" type="presOf" srcId="{D5E5927E-74BF-4085-BE9F-BF53FF5F3CF1}" destId="{93A513A3-2C08-445D-8A2B-0688C081CD68}" srcOrd="0" destOrd="0" presId="urn:microsoft.com/office/officeart/2018/2/layout/IconVerticalSolidList"/>
    <dgm:cxn modelId="{787EF86A-EE2B-4E7C-B104-09B88A94414F}" type="presOf" srcId="{7C59E946-E177-4F4E-AEB7-9C9C303B07C4}" destId="{5157FAF6-574E-42F2-B2A6-5B60E7E14961}" srcOrd="0" destOrd="0" presId="urn:microsoft.com/office/officeart/2018/2/layout/IconVerticalSolidList"/>
    <dgm:cxn modelId="{67FE9A4C-54EC-4D3E-9229-5FF491E0C067}" type="presOf" srcId="{4C868754-B515-4B78-844E-F553E0B9F474}" destId="{852EAB11-1426-478A-9EE3-E732D7B3136A}" srcOrd="0" destOrd="0" presId="urn:microsoft.com/office/officeart/2018/2/layout/IconVerticalSolidList"/>
    <dgm:cxn modelId="{F88F6C72-FD88-42D9-BBBA-4F736DFFA173}" type="presOf" srcId="{8E0032E7-3371-4220-B83B-2BDAD5E094BA}" destId="{5157FAF6-574E-42F2-B2A6-5B60E7E14961}" srcOrd="0" destOrd="2" presId="urn:microsoft.com/office/officeart/2018/2/layout/IconVerticalSolidList"/>
    <dgm:cxn modelId="{43FE5489-E732-44E1-8F1D-09C999CD14A4}" type="presOf" srcId="{412ADA15-BE3F-4684-8272-88ABB96C998C}" destId="{852EAB11-1426-478A-9EE3-E732D7B3136A}" srcOrd="0" destOrd="1" presId="urn:microsoft.com/office/officeart/2018/2/layout/IconVerticalSolidList"/>
    <dgm:cxn modelId="{9C30388E-B75B-4344-8A8E-8FD332CF98DF}" srcId="{755898E6-B509-4837-A6D3-6C3E4C5934E4}" destId="{4C868754-B515-4B78-844E-F553E0B9F474}" srcOrd="0" destOrd="0" parTransId="{66A8A8DC-25BE-4410-B1D2-0FBF34F26BA6}" sibTransId="{4CA54C95-84B6-4810-A2DB-ADF865CC6AF7}"/>
    <dgm:cxn modelId="{CE3E6F8E-0044-4B57-98BF-94F1B490D3E1}" type="presOf" srcId="{463FA55D-66B1-442C-9D97-148544114DBF}" destId="{EBC198F5-6A5A-4D96-9506-CBF137608E46}" srcOrd="0" destOrd="0" presId="urn:microsoft.com/office/officeart/2018/2/layout/IconVerticalSolidList"/>
    <dgm:cxn modelId="{DE6DF094-1E3A-40E2-9A81-787E192EEE6E}" srcId="{D5E5927E-74BF-4085-BE9F-BF53FF5F3CF1}" destId="{D556BE6B-69FC-4A8A-A727-55A0A831F13E}" srcOrd="0" destOrd="0" parTransId="{62D27A3A-6FA3-4B51-BB6D-4AAEEC3D9A94}" sibTransId="{4137D17D-0AB0-4C07-B521-50D2523191B6}"/>
    <dgm:cxn modelId="{AF6C5A97-10AD-4F9D-A309-DB8E07614168}" type="presOf" srcId="{294514EA-2B97-465D-9673-14D6950BC256}" destId="{5157FAF6-574E-42F2-B2A6-5B60E7E14961}" srcOrd="0" destOrd="1" presId="urn:microsoft.com/office/officeart/2018/2/layout/IconVerticalSolidList"/>
    <dgm:cxn modelId="{FF697C97-7E36-494B-B839-D547B60F85FD}" srcId="{463FA55D-66B1-442C-9D97-148544114DBF}" destId="{8E0032E7-3371-4220-B83B-2BDAD5E094BA}" srcOrd="2" destOrd="0" parTransId="{BC4EF00B-9228-45FD-9761-48B2DE4AE8A3}" sibTransId="{160B3AC9-0C1A-4FC8-987E-B9BA635490BC}"/>
    <dgm:cxn modelId="{57E096A6-9721-4B22-B5EE-CC40DBDFB621}" srcId="{755898E6-B509-4837-A6D3-6C3E4C5934E4}" destId="{412ADA15-BE3F-4684-8272-88ABB96C998C}" srcOrd="1" destOrd="0" parTransId="{3021388E-573C-4A81-963F-E07DB73A36D3}" sibTransId="{9319D8C4-E991-4133-8846-818FC54F1AB8}"/>
    <dgm:cxn modelId="{AAC710AA-6876-4EAC-956C-C572ACE1D89E}" srcId="{1EEBC991-0693-4258-9CFA-AC8008194ECD}" destId="{D5E5927E-74BF-4085-BE9F-BF53FF5F3CF1}" srcOrd="2" destOrd="0" parTransId="{2B397E06-B0E9-46D4-9AA6-ED4F83B388C4}" sibTransId="{68E8BD9A-D0A4-495E-B404-C50CF118BA15}"/>
    <dgm:cxn modelId="{259761AD-AB40-49C7-BDA3-577DE03C2929}" type="presOf" srcId="{755898E6-B509-4837-A6D3-6C3E4C5934E4}" destId="{EC5FAE19-B593-474B-9581-A82EB487E1F6}" srcOrd="0" destOrd="0" presId="urn:microsoft.com/office/officeart/2018/2/layout/IconVerticalSolidList"/>
    <dgm:cxn modelId="{B33823C6-1594-45E1-B2BD-73AB90515253}" srcId="{463FA55D-66B1-442C-9D97-148544114DBF}" destId="{7C59E946-E177-4F4E-AEB7-9C9C303B07C4}" srcOrd="0" destOrd="0" parTransId="{C3239E38-4D57-41CB-A5D5-9D07DE46B932}" sibTransId="{C542041F-42E5-429B-A6C4-4A11F9230827}"/>
    <dgm:cxn modelId="{8348E5D2-615A-4596-9973-956090D835E4}" srcId="{1EEBC991-0693-4258-9CFA-AC8008194ECD}" destId="{755898E6-B509-4837-A6D3-6C3E4C5934E4}" srcOrd="1" destOrd="0" parTransId="{B935A9F1-5025-4C78-AD54-536E7F862D83}" sibTransId="{1F3B0ECB-2198-45FD-BB48-8DD4AD442F5C}"/>
    <dgm:cxn modelId="{DBE159E6-FEAA-4856-91E5-AC8B618B3657}" type="presOf" srcId="{D556BE6B-69FC-4A8A-A727-55A0A831F13E}" destId="{8E17442A-D4BB-48F8-A219-55CAFD929F7C}" srcOrd="0" destOrd="0" presId="urn:microsoft.com/office/officeart/2018/2/layout/IconVerticalSolidList"/>
    <dgm:cxn modelId="{B5F2978C-C2F4-4328-A73C-3E13888AA6F5}" type="presParOf" srcId="{9BA297C3-3FB4-436C-9FE9-A3163185A71E}" destId="{55B56B87-36D7-4CA4-9A41-60554D98B5A5}" srcOrd="0" destOrd="0" presId="urn:microsoft.com/office/officeart/2018/2/layout/IconVerticalSolidList"/>
    <dgm:cxn modelId="{A9747038-AA29-47A3-BC65-0BAE13D23684}" type="presParOf" srcId="{55B56B87-36D7-4CA4-9A41-60554D98B5A5}" destId="{FBD2200D-AA69-4351-A7A7-276757CF5861}" srcOrd="0" destOrd="0" presId="urn:microsoft.com/office/officeart/2018/2/layout/IconVerticalSolidList"/>
    <dgm:cxn modelId="{A5B20A58-E0C7-414F-8E4D-5A5DDE2DD1E6}" type="presParOf" srcId="{55B56B87-36D7-4CA4-9A41-60554D98B5A5}" destId="{200942E4-6681-4E41-AFF8-A80A4361CEF3}" srcOrd="1" destOrd="0" presId="urn:microsoft.com/office/officeart/2018/2/layout/IconVerticalSolidList"/>
    <dgm:cxn modelId="{02789520-C917-486C-86F3-168BAD3BA676}" type="presParOf" srcId="{55B56B87-36D7-4CA4-9A41-60554D98B5A5}" destId="{B5512F59-8888-454A-9B64-0C8F9963695E}" srcOrd="2" destOrd="0" presId="urn:microsoft.com/office/officeart/2018/2/layout/IconVerticalSolidList"/>
    <dgm:cxn modelId="{9F8F08DC-57D2-4855-B691-14D80405C311}" type="presParOf" srcId="{55B56B87-36D7-4CA4-9A41-60554D98B5A5}" destId="{EBC198F5-6A5A-4D96-9506-CBF137608E46}" srcOrd="3" destOrd="0" presId="urn:microsoft.com/office/officeart/2018/2/layout/IconVerticalSolidList"/>
    <dgm:cxn modelId="{ACC4A580-5B16-4DC0-814A-09383701CD36}" type="presParOf" srcId="{55B56B87-36D7-4CA4-9A41-60554D98B5A5}" destId="{5157FAF6-574E-42F2-B2A6-5B60E7E14961}" srcOrd="4" destOrd="0" presId="urn:microsoft.com/office/officeart/2018/2/layout/IconVerticalSolidList"/>
    <dgm:cxn modelId="{2913F61B-B737-41F4-BFDF-CB25EF9BDF3D}" type="presParOf" srcId="{9BA297C3-3FB4-436C-9FE9-A3163185A71E}" destId="{19BC3802-A820-418F-99F9-7F110ED25E60}" srcOrd="1" destOrd="0" presId="urn:microsoft.com/office/officeart/2018/2/layout/IconVerticalSolidList"/>
    <dgm:cxn modelId="{DAB6219B-CB71-4C0F-9600-DA7A66182C88}" type="presParOf" srcId="{9BA297C3-3FB4-436C-9FE9-A3163185A71E}" destId="{AB2EB4F6-E31D-430B-AFD1-255C70789E5D}" srcOrd="2" destOrd="0" presId="urn:microsoft.com/office/officeart/2018/2/layout/IconVerticalSolidList"/>
    <dgm:cxn modelId="{D279AE20-FBD3-4712-AFA2-1774A037C9CC}" type="presParOf" srcId="{AB2EB4F6-E31D-430B-AFD1-255C70789E5D}" destId="{75E64CDD-7E1E-40D8-A8D9-31A7B9316C7D}" srcOrd="0" destOrd="0" presId="urn:microsoft.com/office/officeart/2018/2/layout/IconVerticalSolidList"/>
    <dgm:cxn modelId="{36F05A26-5448-4BD3-97A7-B42AE2E95796}" type="presParOf" srcId="{AB2EB4F6-E31D-430B-AFD1-255C70789E5D}" destId="{56104E1A-E77B-47AE-8F94-2316CC35D81E}" srcOrd="1" destOrd="0" presId="urn:microsoft.com/office/officeart/2018/2/layout/IconVerticalSolidList"/>
    <dgm:cxn modelId="{06A7DB62-932B-4B06-A498-7122D401F474}" type="presParOf" srcId="{AB2EB4F6-E31D-430B-AFD1-255C70789E5D}" destId="{E1F5B2D1-AB1B-486B-8515-23406D52ED43}" srcOrd="2" destOrd="0" presId="urn:microsoft.com/office/officeart/2018/2/layout/IconVerticalSolidList"/>
    <dgm:cxn modelId="{58A4843E-7C50-464A-B1A9-2036EDF7BAE2}" type="presParOf" srcId="{AB2EB4F6-E31D-430B-AFD1-255C70789E5D}" destId="{EC5FAE19-B593-474B-9581-A82EB487E1F6}" srcOrd="3" destOrd="0" presId="urn:microsoft.com/office/officeart/2018/2/layout/IconVerticalSolidList"/>
    <dgm:cxn modelId="{98FA31AE-5D30-43AA-A6B4-6B18B12332BB}" type="presParOf" srcId="{AB2EB4F6-E31D-430B-AFD1-255C70789E5D}" destId="{852EAB11-1426-478A-9EE3-E732D7B3136A}" srcOrd="4" destOrd="0" presId="urn:microsoft.com/office/officeart/2018/2/layout/IconVerticalSolidList"/>
    <dgm:cxn modelId="{13D4DFB3-9E6A-4120-B77A-E16215E22F25}" type="presParOf" srcId="{9BA297C3-3FB4-436C-9FE9-A3163185A71E}" destId="{7249CC24-058E-4011-8C8F-2C43BC653EBB}" srcOrd="3" destOrd="0" presId="urn:microsoft.com/office/officeart/2018/2/layout/IconVerticalSolidList"/>
    <dgm:cxn modelId="{CED2A019-2330-4684-B05A-FCF20C102A94}" type="presParOf" srcId="{9BA297C3-3FB4-436C-9FE9-A3163185A71E}" destId="{2BAF36A3-14F4-4518-8133-B5D62DD50FA3}" srcOrd="4" destOrd="0" presId="urn:microsoft.com/office/officeart/2018/2/layout/IconVerticalSolidList"/>
    <dgm:cxn modelId="{28081D47-C7A8-4B24-9928-BCFAFC4AE023}" type="presParOf" srcId="{2BAF36A3-14F4-4518-8133-B5D62DD50FA3}" destId="{35576A77-2CCF-434A-ADD6-8982E28A65CD}" srcOrd="0" destOrd="0" presId="urn:microsoft.com/office/officeart/2018/2/layout/IconVerticalSolidList"/>
    <dgm:cxn modelId="{E0773435-5DF2-4C83-98C8-B9127E3486D8}" type="presParOf" srcId="{2BAF36A3-14F4-4518-8133-B5D62DD50FA3}" destId="{72853FF7-C8D9-48AB-91BD-464272D0BA66}" srcOrd="1" destOrd="0" presId="urn:microsoft.com/office/officeart/2018/2/layout/IconVerticalSolidList"/>
    <dgm:cxn modelId="{4482F54E-210C-4BF4-86E9-CCFA94DD96BC}" type="presParOf" srcId="{2BAF36A3-14F4-4518-8133-B5D62DD50FA3}" destId="{58DDF4B0-EFE1-4929-B033-0898A360913E}" srcOrd="2" destOrd="0" presId="urn:microsoft.com/office/officeart/2018/2/layout/IconVerticalSolidList"/>
    <dgm:cxn modelId="{522390AB-C5B0-4CCC-B946-856763C02B72}" type="presParOf" srcId="{2BAF36A3-14F4-4518-8133-B5D62DD50FA3}" destId="{93A513A3-2C08-445D-8A2B-0688C081CD68}" srcOrd="3" destOrd="0" presId="urn:microsoft.com/office/officeart/2018/2/layout/IconVerticalSolidList"/>
    <dgm:cxn modelId="{11F07E20-4B26-495E-9045-2879D1BAFD5B}" type="presParOf" srcId="{2BAF36A3-14F4-4518-8133-B5D62DD50FA3}" destId="{8E17442A-D4BB-48F8-A219-55CAFD929F7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26B9F-066E-4358-B54C-8E70FA878934}">
      <dsp:nvSpPr>
        <dsp:cNvPr id="0" name=""/>
        <dsp:cNvSpPr/>
      </dsp:nvSpPr>
      <dsp:spPr>
        <a:xfrm>
          <a:off x="1131380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AE51B-9A0E-461F-8F0A-75EAD0D5E63D}">
      <dsp:nvSpPr>
        <dsp:cNvPr id="0" name=""/>
        <dsp:cNvSpPr/>
      </dsp:nvSpPr>
      <dsp:spPr>
        <a:xfrm>
          <a:off x="345369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dirty="0"/>
            <a:t>El proyecto se desarrollará utilizando una </a:t>
          </a:r>
          <a:r>
            <a:rPr lang="es-CL" sz="1200" b="1" kern="1200" dirty="0"/>
            <a:t>metodología ágil (XP)</a:t>
          </a:r>
          <a:r>
            <a:rPr lang="es-CL" sz="1200" kern="1200" dirty="0"/>
            <a:t> </a:t>
          </a:r>
          <a:endParaRPr lang="en-US" sz="1200" kern="1200" dirty="0"/>
        </a:p>
      </dsp:txBody>
      <dsp:txXfrm>
        <a:off x="345369" y="1941123"/>
        <a:ext cx="2858223" cy="720000"/>
      </dsp:txXfrm>
    </dsp:sp>
    <dsp:sp modelId="{2190DD2E-F5C1-4473-B771-D7E4B6EFF3CC}">
      <dsp:nvSpPr>
        <dsp:cNvPr id="0" name=""/>
        <dsp:cNvSpPr/>
      </dsp:nvSpPr>
      <dsp:spPr>
        <a:xfrm>
          <a:off x="4489792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6770B-4895-462C-A4CF-B8E551083C06}">
      <dsp:nvSpPr>
        <dsp:cNvPr id="0" name=""/>
        <dsp:cNvSpPr/>
      </dsp:nvSpPr>
      <dsp:spPr>
        <a:xfrm>
          <a:off x="3703781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kern="1200"/>
            <a:t>Maximiliano Abalos</a:t>
          </a:r>
          <a:r>
            <a:rPr lang="es-CL" sz="1200" kern="1200"/>
            <a:t>: responsable del análisis de requerimientos, modelado de datos,  pruebas de seguridad y desarrollo.</a:t>
          </a:r>
          <a:endParaRPr lang="en-US" sz="1200" kern="1200"/>
        </a:p>
      </dsp:txBody>
      <dsp:txXfrm>
        <a:off x="3703781" y="1941123"/>
        <a:ext cx="2858223" cy="720000"/>
      </dsp:txXfrm>
    </dsp:sp>
    <dsp:sp modelId="{A3C399C6-A180-4C26-A27B-E729B0574401}">
      <dsp:nvSpPr>
        <dsp:cNvPr id="0" name=""/>
        <dsp:cNvSpPr/>
      </dsp:nvSpPr>
      <dsp:spPr>
        <a:xfrm>
          <a:off x="7848205" y="300872"/>
          <a:ext cx="1286200" cy="12862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51B26-6374-4B87-A719-09E5077D5893}">
      <dsp:nvSpPr>
        <dsp:cNvPr id="0" name=""/>
        <dsp:cNvSpPr/>
      </dsp:nvSpPr>
      <dsp:spPr>
        <a:xfrm>
          <a:off x="7062193" y="1941123"/>
          <a:ext cx="2858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kern="1200"/>
            <a:t>José Puchulu</a:t>
          </a:r>
          <a:r>
            <a:rPr lang="es-CL" sz="1200" kern="1200"/>
            <a:t>: responsable de desarrollo fullstack del proyecto.</a:t>
          </a:r>
          <a:endParaRPr lang="en-US" sz="1200" kern="1200"/>
        </a:p>
      </dsp:txBody>
      <dsp:txXfrm>
        <a:off x="7062193" y="1941123"/>
        <a:ext cx="2858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4BDB1-4518-43A4-8926-283957D16C2F}">
      <dsp:nvSpPr>
        <dsp:cNvPr id="0" name=""/>
        <dsp:cNvSpPr/>
      </dsp:nvSpPr>
      <dsp:spPr>
        <a:xfrm>
          <a:off x="2192" y="244322"/>
          <a:ext cx="2137939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Facilitadores</a:t>
          </a:r>
          <a:endParaRPr lang="en-US" sz="1200" kern="1200"/>
        </a:p>
      </dsp:txBody>
      <dsp:txXfrm>
        <a:off x="2192" y="244322"/>
        <a:ext cx="2137939" cy="345600"/>
      </dsp:txXfrm>
    </dsp:sp>
    <dsp:sp modelId="{4CDF57D3-4E86-458E-A816-A99AAF13CE20}">
      <dsp:nvSpPr>
        <dsp:cNvPr id="0" name=""/>
        <dsp:cNvSpPr/>
      </dsp:nvSpPr>
      <dsp:spPr>
        <a:xfrm>
          <a:off x="2192" y="589922"/>
          <a:ext cx="2137939" cy="2089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 err="1"/>
            <a:t>Distribución</a:t>
          </a:r>
          <a:r>
            <a:rPr lang="en-US" sz="1200" i="1" kern="1200" dirty="0"/>
            <a:t> </a:t>
          </a:r>
          <a:r>
            <a:rPr lang="en-US" sz="1200" i="1" kern="1200" dirty="0" err="1"/>
            <a:t>clara</a:t>
          </a:r>
          <a:r>
            <a:rPr lang="en-US" sz="1200" i="1" kern="1200" dirty="0"/>
            <a:t> de </a:t>
          </a:r>
          <a:r>
            <a:rPr lang="en-US" sz="1200" i="1" kern="1200" dirty="0" err="1"/>
            <a:t>tareas</a:t>
          </a:r>
          <a:r>
            <a:rPr lang="en-US" sz="1200" i="1" kern="1200" dirty="0"/>
            <a:t> entre </a:t>
          </a:r>
          <a:r>
            <a:rPr lang="en-US" sz="1200" i="1" kern="1200" dirty="0" err="1"/>
            <a:t>los</a:t>
          </a:r>
          <a:r>
            <a:rPr lang="en-US" sz="1200" i="1" kern="1200" dirty="0"/>
            <a:t> </a:t>
          </a:r>
          <a:r>
            <a:rPr lang="en-US" sz="1200" i="1" kern="1200" dirty="0" err="1"/>
            <a:t>integrantes</a:t>
          </a:r>
          <a:r>
            <a:rPr lang="en-US" sz="1200" i="1" kern="1200" dirty="0"/>
            <a:t>.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/>
            <a:t>Uso de herramientas de código abierto y librerías oficiales.</a:t>
          </a:r>
          <a:endParaRPr lang="en-US" sz="1200" kern="120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/>
            <a:t>Buena </a:t>
          </a:r>
          <a:r>
            <a:rPr lang="en-US" sz="1200" i="1" kern="1200" dirty="0" err="1"/>
            <a:t>planificación</a:t>
          </a:r>
          <a:r>
            <a:rPr lang="en-US" sz="1200" i="1" kern="1200" dirty="0"/>
            <a:t> del </a:t>
          </a:r>
          <a:r>
            <a:rPr lang="en-US" sz="1200" i="1" kern="1200" dirty="0" err="1"/>
            <a:t>trabajo</a:t>
          </a:r>
          <a:r>
            <a:rPr lang="en-US" sz="1200" i="1" kern="1200" dirty="0"/>
            <a:t>, con </a:t>
          </a:r>
          <a:r>
            <a:rPr lang="en-US" sz="1200" i="1" kern="1200" dirty="0" err="1"/>
            <a:t>revisiones</a:t>
          </a:r>
          <a:r>
            <a:rPr lang="en-US" sz="1200" i="1" kern="1200" dirty="0"/>
            <a:t> </a:t>
          </a:r>
          <a:r>
            <a:rPr lang="en-US" sz="1200" i="1" kern="1200" dirty="0" err="1"/>
            <a:t>semanales</a:t>
          </a:r>
          <a:r>
            <a:rPr lang="en-US" sz="1200" i="1" kern="1200" dirty="0"/>
            <a:t> y control del </a:t>
          </a:r>
          <a:r>
            <a:rPr lang="en-US" sz="1200" i="1" kern="1200" dirty="0" err="1"/>
            <a:t>progreso</a:t>
          </a:r>
          <a:r>
            <a:rPr lang="en-US" sz="1200" i="1" kern="1200" dirty="0"/>
            <a:t>.</a:t>
          </a:r>
          <a:endParaRPr lang="en-US" sz="1200" kern="1200" dirty="0"/>
        </a:p>
      </dsp:txBody>
      <dsp:txXfrm>
        <a:off x="2192" y="589922"/>
        <a:ext cx="2137939" cy="2089631"/>
      </dsp:txXfrm>
    </dsp:sp>
    <dsp:sp modelId="{B2770FCF-6487-4762-8469-D608B7E4656C}">
      <dsp:nvSpPr>
        <dsp:cNvPr id="0" name=""/>
        <dsp:cNvSpPr/>
      </dsp:nvSpPr>
      <dsp:spPr>
        <a:xfrm>
          <a:off x="2439443" y="244322"/>
          <a:ext cx="2137939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Dificultades</a:t>
          </a:r>
          <a:endParaRPr lang="en-US" sz="1200" kern="1200"/>
        </a:p>
      </dsp:txBody>
      <dsp:txXfrm>
        <a:off x="2439443" y="244322"/>
        <a:ext cx="2137939" cy="345600"/>
      </dsp:txXfrm>
    </dsp:sp>
    <dsp:sp modelId="{79F57E9E-3D30-4914-A22B-DABA3A4A83D3}">
      <dsp:nvSpPr>
        <dsp:cNvPr id="0" name=""/>
        <dsp:cNvSpPr/>
      </dsp:nvSpPr>
      <dsp:spPr>
        <a:xfrm>
          <a:off x="2439443" y="589922"/>
          <a:ext cx="2137939" cy="2089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 err="1"/>
            <a:t>Dificultades</a:t>
          </a:r>
          <a:r>
            <a:rPr lang="en-US" sz="1200" i="1" kern="1200" dirty="0"/>
            <a:t> </a:t>
          </a:r>
          <a:r>
            <a:rPr lang="en-US" sz="1200" i="1" kern="1200" dirty="0" err="1"/>
            <a:t>técnicas</a:t>
          </a:r>
          <a:r>
            <a:rPr lang="en-US" sz="1200" i="1" kern="1200" dirty="0"/>
            <a:t> </a:t>
          </a:r>
          <a:r>
            <a:rPr lang="en-US" sz="1200" i="1" kern="1200" dirty="0" err="1"/>
            <a:t>en</a:t>
          </a:r>
          <a:r>
            <a:rPr lang="en-US" sz="1200" i="1" kern="1200" dirty="0"/>
            <a:t> la </a:t>
          </a:r>
          <a:r>
            <a:rPr lang="en-US" sz="1200" i="1" kern="1200" dirty="0" err="1"/>
            <a:t>integración</a:t>
          </a:r>
          <a:r>
            <a:rPr lang="en-US" sz="1200" i="1" kern="1200" dirty="0"/>
            <a:t> del </a:t>
          </a:r>
          <a:r>
            <a:rPr lang="en-US" sz="1200" i="1" kern="1200" dirty="0" err="1"/>
            <a:t>cifrado</a:t>
          </a:r>
          <a:r>
            <a:rPr lang="en-US" sz="1200" i="1" kern="1200" dirty="0"/>
            <a:t> y la </a:t>
          </a:r>
          <a:r>
            <a:rPr lang="en-US" sz="1200" i="1" kern="1200" dirty="0" err="1"/>
            <a:t>autenticación</a:t>
          </a:r>
          <a:r>
            <a:rPr lang="en-US" sz="1200" i="1" kern="1200" dirty="0"/>
            <a:t> </a:t>
          </a:r>
          <a:r>
            <a:rPr lang="en-US" sz="1200" i="1" kern="1200" dirty="0" err="1"/>
            <a:t>biométrica</a:t>
          </a:r>
          <a:r>
            <a:rPr lang="en-US" sz="1200" i="1" kern="1200" dirty="0"/>
            <a:t>.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 err="1"/>
            <a:t>Limitacionesdel</a:t>
          </a:r>
          <a:r>
            <a:rPr lang="en-US" sz="1200" i="1" kern="1200" dirty="0"/>
            <a:t> </a:t>
          </a:r>
          <a:r>
            <a:rPr lang="en-US" sz="1200" i="1" kern="1200" dirty="0" err="1"/>
            <a:t>entorno</a:t>
          </a:r>
          <a:r>
            <a:rPr lang="en-US" sz="1200" i="1" kern="1200" dirty="0"/>
            <a:t>, </a:t>
          </a:r>
          <a:r>
            <a:rPr lang="en-US" sz="1200" i="1" kern="1200" dirty="0" err="1"/>
            <a:t>especialmente</a:t>
          </a:r>
          <a:r>
            <a:rPr lang="en-US" sz="1200" i="1" kern="1200" dirty="0"/>
            <a:t> al </a:t>
          </a:r>
          <a:r>
            <a:rPr lang="en-US" sz="1200" i="1" kern="1200" dirty="0" err="1"/>
            <a:t>emular</a:t>
          </a:r>
          <a:r>
            <a:rPr lang="en-US" sz="1200" i="1" kern="1200" dirty="0"/>
            <a:t> </a:t>
          </a:r>
          <a:r>
            <a:rPr lang="en-US" sz="1200" i="1" kern="1200" dirty="0" err="1"/>
            <a:t>el</a:t>
          </a:r>
          <a:r>
            <a:rPr lang="en-US" sz="1200" i="1" kern="1200" dirty="0"/>
            <a:t> sensor </a:t>
          </a:r>
          <a:r>
            <a:rPr lang="en-US" sz="1200" i="1" kern="1200" dirty="0" err="1"/>
            <a:t>biométrico</a:t>
          </a:r>
          <a:r>
            <a:rPr lang="en-US" sz="1200" i="1" kern="1200" dirty="0"/>
            <a:t>.</a:t>
          </a:r>
          <a:endParaRPr lang="en-US" sz="1200" kern="1200" dirty="0"/>
        </a:p>
      </dsp:txBody>
      <dsp:txXfrm>
        <a:off x="2439443" y="589922"/>
        <a:ext cx="2137939" cy="2089631"/>
      </dsp:txXfrm>
    </dsp:sp>
    <dsp:sp modelId="{C22BACA0-7532-4F16-AE62-0F857B858E7F}">
      <dsp:nvSpPr>
        <dsp:cNvPr id="0" name=""/>
        <dsp:cNvSpPr/>
      </dsp:nvSpPr>
      <dsp:spPr>
        <a:xfrm>
          <a:off x="4876694" y="244322"/>
          <a:ext cx="2137939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Ajustes realizados</a:t>
          </a:r>
          <a:endParaRPr lang="en-US" sz="1200" kern="1200"/>
        </a:p>
      </dsp:txBody>
      <dsp:txXfrm>
        <a:off x="4876694" y="244322"/>
        <a:ext cx="2137939" cy="345600"/>
      </dsp:txXfrm>
    </dsp:sp>
    <dsp:sp modelId="{DE431911-AE56-4535-8EE0-E31B04381778}">
      <dsp:nvSpPr>
        <dsp:cNvPr id="0" name=""/>
        <dsp:cNvSpPr/>
      </dsp:nvSpPr>
      <dsp:spPr>
        <a:xfrm>
          <a:off x="4876694" y="589922"/>
          <a:ext cx="2137939" cy="2089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 err="1"/>
            <a:t>Simplificación</a:t>
          </a:r>
          <a:r>
            <a:rPr lang="en-US" sz="1200" i="1" kern="1200" dirty="0"/>
            <a:t> del </a:t>
          </a:r>
          <a:r>
            <a:rPr lang="en-US" sz="1200" i="1" kern="1200" dirty="0" err="1"/>
            <a:t>proceso</a:t>
          </a:r>
          <a:r>
            <a:rPr lang="en-US" sz="1200" i="1" kern="1200" dirty="0"/>
            <a:t> de </a:t>
          </a:r>
          <a:r>
            <a:rPr lang="en-US" sz="1200" i="1" kern="1200" dirty="0" err="1"/>
            <a:t>validación</a:t>
          </a:r>
          <a:r>
            <a:rPr lang="en-US" sz="1200" i="1" kern="1200" dirty="0"/>
            <a:t> </a:t>
          </a:r>
          <a:r>
            <a:rPr lang="en-US" sz="1200" i="1" kern="1200" dirty="0" err="1"/>
            <a:t>mediante</a:t>
          </a:r>
          <a:r>
            <a:rPr lang="en-US" sz="1200" i="1" kern="1200" dirty="0"/>
            <a:t> </a:t>
          </a:r>
          <a:r>
            <a:rPr lang="en-US" sz="1200" i="1" kern="1200" dirty="0" err="1"/>
            <a:t>pruebas</a:t>
          </a:r>
          <a:r>
            <a:rPr lang="en-US" sz="1200" i="1" kern="1200" dirty="0"/>
            <a:t> locales y </a:t>
          </a:r>
          <a:r>
            <a:rPr lang="en-US" sz="1200" i="1" kern="1200" dirty="0" err="1"/>
            <a:t>dispositivos</a:t>
          </a:r>
          <a:r>
            <a:rPr lang="en-US" sz="1200" i="1" kern="1200" dirty="0"/>
            <a:t> 	</a:t>
          </a:r>
          <a:r>
            <a:rPr lang="en-US" sz="1200" i="1" kern="1200" dirty="0" err="1"/>
            <a:t>físicos</a:t>
          </a:r>
          <a:r>
            <a:rPr lang="en-US" sz="1200" i="1" kern="1200" dirty="0"/>
            <a:t> reales.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i="1" kern="1200" dirty="0" err="1"/>
            <a:t>Sustitución</a:t>
          </a:r>
          <a:r>
            <a:rPr lang="en-US" sz="1200" i="1" kern="1200" dirty="0"/>
            <a:t> temporal de Android Studio </a:t>
          </a:r>
          <a:r>
            <a:rPr lang="en-US" sz="1200" i="1" kern="1200" dirty="0" err="1"/>
            <a:t>por</a:t>
          </a:r>
          <a:r>
            <a:rPr lang="en-US" sz="1200" i="1" kern="1200" dirty="0"/>
            <a:t> </a:t>
          </a:r>
          <a:r>
            <a:rPr lang="en-US" sz="1200" i="1" kern="1200" dirty="0" err="1"/>
            <a:t>herramientas</a:t>
          </a:r>
          <a:r>
            <a:rPr lang="en-US" sz="1200" i="1" kern="1200" dirty="0"/>
            <a:t> </a:t>
          </a:r>
          <a:r>
            <a:rPr lang="en-US" sz="1200" i="1" kern="1200" dirty="0" err="1"/>
            <a:t>más</a:t>
          </a:r>
          <a:r>
            <a:rPr lang="en-US" sz="1200" i="1" kern="1200" dirty="0"/>
            <a:t> </a:t>
          </a:r>
          <a:r>
            <a:rPr lang="en-US" sz="1200" i="1" kern="1200" dirty="0" err="1"/>
            <a:t>ligeras</a:t>
          </a:r>
          <a:r>
            <a:rPr lang="en-US" sz="1200" i="1" kern="1200" dirty="0"/>
            <a:t> para </a:t>
          </a:r>
          <a:r>
            <a:rPr lang="en-US" sz="1200" i="1" kern="1200" dirty="0" err="1"/>
            <a:t>pruebas</a:t>
          </a:r>
          <a:r>
            <a:rPr lang="en-US" sz="1200" i="1" kern="1200" dirty="0"/>
            <a:t> 	de </a:t>
          </a:r>
          <a:r>
            <a:rPr lang="en-US" sz="1200" i="1" kern="1200" dirty="0" err="1"/>
            <a:t>interfaz</a:t>
          </a:r>
          <a:r>
            <a:rPr lang="en-US" sz="1200" i="1" kern="1200" dirty="0"/>
            <a:t> y </a:t>
          </a:r>
          <a:r>
            <a:rPr lang="en-US" sz="1200" i="1" kern="1200" dirty="0" err="1"/>
            <a:t>flujo</a:t>
          </a:r>
          <a:r>
            <a:rPr lang="en-US" sz="1200" i="1" kern="1200" dirty="0"/>
            <a:t> de </a:t>
          </a:r>
          <a:r>
            <a:rPr lang="en-US" sz="1200" i="1" kern="1200" dirty="0" err="1"/>
            <a:t>datos</a:t>
          </a:r>
          <a:r>
            <a:rPr lang="en-US" sz="1200" i="1" kern="1200" dirty="0"/>
            <a:t>.</a:t>
          </a:r>
          <a:endParaRPr lang="en-US" sz="1200" kern="1200" dirty="0"/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200" i="1" kern="1200" dirty="0"/>
            <a:t>No optar por biométrica</a:t>
          </a:r>
          <a:endParaRPr lang="en-US" sz="1200" i="1" kern="1200" dirty="0"/>
        </a:p>
      </dsp:txBody>
      <dsp:txXfrm>
        <a:off x="4876694" y="589922"/>
        <a:ext cx="2137939" cy="20896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2200D-AA69-4351-A7A7-276757CF5861}">
      <dsp:nvSpPr>
        <dsp:cNvPr id="0" name=""/>
        <dsp:cNvSpPr/>
      </dsp:nvSpPr>
      <dsp:spPr>
        <a:xfrm>
          <a:off x="0" y="642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942E4-6681-4E41-AFF8-A80A4361CEF3}">
      <dsp:nvSpPr>
        <dsp:cNvPr id="0" name=""/>
        <dsp:cNvSpPr/>
      </dsp:nvSpPr>
      <dsp:spPr>
        <a:xfrm>
          <a:off x="454916" y="339010"/>
          <a:ext cx="827120" cy="8271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198F5-6A5A-4D96-9506-CBF137608E46}">
      <dsp:nvSpPr>
        <dsp:cNvPr id="0" name=""/>
        <dsp:cNvSpPr/>
      </dsp:nvSpPr>
      <dsp:spPr>
        <a:xfrm>
          <a:off x="1736952" y="642"/>
          <a:ext cx="3074495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FRONT</a:t>
          </a:r>
          <a:endParaRPr lang="en-US" sz="2500" kern="1200" dirty="0"/>
        </a:p>
      </dsp:txBody>
      <dsp:txXfrm>
        <a:off x="1736952" y="642"/>
        <a:ext cx="3074495" cy="1503855"/>
      </dsp:txXfrm>
    </dsp:sp>
    <dsp:sp modelId="{5157FAF6-574E-42F2-B2A6-5B60E7E14961}">
      <dsp:nvSpPr>
        <dsp:cNvPr id="0" name=""/>
        <dsp:cNvSpPr/>
      </dsp:nvSpPr>
      <dsp:spPr>
        <a:xfrm>
          <a:off x="4811448" y="642"/>
          <a:ext cx="2020763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dirty="0"/>
            <a:t>Java Script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/>
            <a:t>CSS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/>
            <a:t>HTML</a:t>
          </a:r>
          <a:endParaRPr lang="en-US" sz="1800" kern="1200"/>
        </a:p>
      </dsp:txBody>
      <dsp:txXfrm>
        <a:off x="4811448" y="642"/>
        <a:ext cx="2020763" cy="1503855"/>
      </dsp:txXfrm>
    </dsp:sp>
    <dsp:sp modelId="{75E64CDD-7E1E-40D8-A8D9-31A7B9316C7D}">
      <dsp:nvSpPr>
        <dsp:cNvPr id="0" name=""/>
        <dsp:cNvSpPr/>
      </dsp:nvSpPr>
      <dsp:spPr>
        <a:xfrm>
          <a:off x="0" y="1880461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104E1A-E77B-47AE-8F94-2316CC35D81E}">
      <dsp:nvSpPr>
        <dsp:cNvPr id="0" name=""/>
        <dsp:cNvSpPr/>
      </dsp:nvSpPr>
      <dsp:spPr>
        <a:xfrm>
          <a:off x="454916" y="2218829"/>
          <a:ext cx="827120" cy="8271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FAE19-B593-474B-9581-A82EB487E1F6}">
      <dsp:nvSpPr>
        <dsp:cNvPr id="0" name=""/>
        <dsp:cNvSpPr/>
      </dsp:nvSpPr>
      <dsp:spPr>
        <a:xfrm>
          <a:off x="1736952" y="1880461"/>
          <a:ext cx="3074495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DB</a:t>
          </a:r>
          <a:endParaRPr lang="en-US" sz="2500" kern="1200" dirty="0"/>
        </a:p>
      </dsp:txBody>
      <dsp:txXfrm>
        <a:off x="1736952" y="1880461"/>
        <a:ext cx="3074495" cy="1503855"/>
      </dsp:txXfrm>
    </dsp:sp>
    <dsp:sp modelId="{852EAB11-1426-478A-9EE3-E732D7B3136A}">
      <dsp:nvSpPr>
        <dsp:cNvPr id="0" name=""/>
        <dsp:cNvSpPr/>
      </dsp:nvSpPr>
      <dsp:spPr>
        <a:xfrm>
          <a:off x="4811448" y="1880461"/>
          <a:ext cx="2020763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dirty="0" err="1"/>
            <a:t>IndexedDB</a:t>
          </a:r>
          <a:endParaRPr lang="en-US" sz="1800" i="0" kern="1200" dirty="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PBKDF2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AES-GCM</a:t>
          </a:r>
        </a:p>
      </dsp:txBody>
      <dsp:txXfrm>
        <a:off x="4811448" y="1880461"/>
        <a:ext cx="2020763" cy="1503855"/>
      </dsp:txXfrm>
    </dsp:sp>
    <dsp:sp modelId="{35576A77-2CCF-434A-ADD6-8982E28A65CD}">
      <dsp:nvSpPr>
        <dsp:cNvPr id="0" name=""/>
        <dsp:cNvSpPr/>
      </dsp:nvSpPr>
      <dsp:spPr>
        <a:xfrm>
          <a:off x="0" y="3760280"/>
          <a:ext cx="6832212" cy="150385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53FF7-C8D9-48AB-91BD-464272D0BA66}">
      <dsp:nvSpPr>
        <dsp:cNvPr id="0" name=""/>
        <dsp:cNvSpPr/>
      </dsp:nvSpPr>
      <dsp:spPr>
        <a:xfrm>
          <a:off x="454916" y="4098648"/>
          <a:ext cx="827120" cy="8271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513A3-2C08-445D-8A2B-0688C081CD68}">
      <dsp:nvSpPr>
        <dsp:cNvPr id="0" name=""/>
        <dsp:cNvSpPr/>
      </dsp:nvSpPr>
      <dsp:spPr>
        <a:xfrm>
          <a:off x="1736952" y="3760280"/>
          <a:ext cx="3074495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APK</a:t>
          </a:r>
          <a:endParaRPr lang="en-US" sz="2500" kern="1200" dirty="0"/>
        </a:p>
      </dsp:txBody>
      <dsp:txXfrm>
        <a:off x="1736952" y="3760280"/>
        <a:ext cx="3074495" cy="1503855"/>
      </dsp:txXfrm>
    </dsp:sp>
    <dsp:sp modelId="{8E17442A-D4BB-48F8-A219-55CAFD929F7C}">
      <dsp:nvSpPr>
        <dsp:cNvPr id="0" name=""/>
        <dsp:cNvSpPr/>
      </dsp:nvSpPr>
      <dsp:spPr>
        <a:xfrm>
          <a:off x="4811448" y="3760280"/>
          <a:ext cx="2020763" cy="1503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58" tIns="159158" rIns="159158" bIns="15915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 err="1"/>
            <a:t>Cordova</a:t>
          </a:r>
          <a:endParaRPr lang="en-US" sz="1800" kern="1200" dirty="0"/>
        </a:p>
      </dsp:txBody>
      <dsp:txXfrm>
        <a:off x="4811448" y="3760280"/>
        <a:ext cx="2020763" cy="15038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1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5181-84CE-3524-D68D-682B0F01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EE94D-6907-146E-CD9F-F7D4D6EE1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EC07F-99A7-224C-F60D-E7E57E4BF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283D6-F160-D1E6-106D-A182D54A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13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168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93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8444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09614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114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7172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137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622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6375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3681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723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913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831462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68173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02303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6597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86258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2611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4318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68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42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68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D8A19A74-FE0D-4975-5657-5362CEB4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117263" y="5090690"/>
            <a:ext cx="1807536" cy="17770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8CCA9-A930-4217-FC4B-419AD08ED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6913" y="2996911"/>
            <a:ext cx="6867747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A5202170-963D-8D6D-EF61-11B291827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A71B5EB-558B-B072-1FF1-CDA55B10C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57" y="328860"/>
            <a:ext cx="6136643" cy="17770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B84F4814-519C-86D2-1886-90E0A9896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4" y="2282999"/>
            <a:ext cx="6136643" cy="368550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5A36A3E-F1BF-A2FC-E9BF-616718E65B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4800" y="0"/>
            <a:ext cx="4267200" cy="6858000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69D9C9-E3F7-6719-75F2-AA70DF83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89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80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67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  <p:sldLayoutId id="2147483828" r:id="rId18"/>
    <p:sldLayoutId id="2147483829" r:id="rId19"/>
    <p:sldLayoutId id="2147483830" r:id="rId20"/>
    <p:sldLayoutId id="2147483831" r:id="rId21"/>
    <p:sldLayoutId id="2147483832" r:id="rId22"/>
    <p:sldLayoutId id="2147483833" r:id="rId2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2A337B9A-DE2D-4671-B699-5EDA7354E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11FF374-3B98-4564-AE0E-A0E3449C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8101EEE-F7FA-44E2-BF5F-95571AD68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30387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302D4F30-5844-4CA5-8028-CB1062220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B71266B3-DB95-4F7C-A76B-F30C325E7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711BB886-FE10-483D-B669-8B4FDAE88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DBB10313-108E-47E0-96CC-EE38086BE2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2D2A0B35-5B2B-4533-BE63-85791BC04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F0F55776-34CB-41DA-9166-4CC2528E8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6B68EF-B3A8-463C-BDF5-BA405E26A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0FDE76EA-CDDE-4C98-A099-56BAA22B0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414999FF-82AE-468C-9EE5-7E5812F4A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4113F3EA-E4F3-451A-BEB4-1F27E977F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402DB613-E430-44B1-B1A1-0F8531584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5B5F7126-E219-449C-8D80-ED6D37A9A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3151108-53A6-4587-A1C2-CB3190DBD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57602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1DE42585-D00C-4684-B1A0-026BA0A0F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C5268716-585D-4B24-ABD2-AF12EC98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6DCAE570-EFF4-45F5-9F97-FC077DE1E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3BC94BD2-0699-45A5-9542-2EDCF3971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FF067475-7031-41B6-ACB3-6013E2563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367DED49-34B8-4862-8ED6-2E4E3D413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68FD7647-AEA6-49CF-B582-F86043262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1ABA044F-5911-42D4-9A6C-03E53228B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77F132DE-9A8C-43EA-BA67-E51AA70D3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7F73D12E-A468-4F0C-91F1-362FB7D08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34622036-2272-4833-A888-208BAE649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836BDD58-F307-46EE-B9E0-37A80D28E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066" y="2514600"/>
            <a:ext cx="5681134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Secure Pass</a:t>
            </a:r>
            <a:b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Maximiliano </a:t>
            </a:r>
            <a:r>
              <a:rPr lang="en-US" sz="18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Abalos</a:t>
            </a:r>
            <a:b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Jose </a:t>
            </a:r>
            <a:r>
              <a:rPr lang="en-US" sz="18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Puchulu</a:t>
            </a:r>
            <a:endParaRPr lang="en-US" sz="18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686D3AA-9377-4159-A088-4EB1D01E1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378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Freeform 33">
            <a:extLst>
              <a:ext uri="{FF2B5EF4-FFF2-40B4-BE49-F238E27FC236}">
                <a16:creationId xmlns:a16="http://schemas.microsoft.com/office/drawing/2014/main" id="{27506871-B194-40FA-99D7-573E14B1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BB540341-03DA-0598-1ED1-E38E6C8522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862"/>
          <a:stretch>
            <a:fillRect/>
          </a:stretch>
        </p:blipFill>
        <p:spPr>
          <a:xfrm>
            <a:off x="20" y="10"/>
            <a:ext cx="3681027" cy="68532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89411" y="4529540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4EF1B13-E19C-D417-DBB1-8D8B76D5A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300">
                <a:solidFill>
                  <a:schemeClr val="tx1">
                    <a:lumMod val="85000"/>
                    <a:lumOff val="15000"/>
                  </a:schemeClr>
                </a:solidFill>
              </a:rPr>
              <a:t>Problemática</a:t>
            </a: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548" y="3246438"/>
            <a:ext cx="59688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rgbClr val="FF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9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/>
              <a:t>El problema que busca resolver este proyecto es la falta de soluciones seguras y locales para el almacenamiento de contraseñas y passkeys en dispositivos móviles. Actualmente, la mayoría de las aplicaciones de gestión de credenciales dependen de la nube, lo que introduce riesgos de exposición de datos, dependencia de terceros y necesidad de conectividad constante.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83236-8C42-E806-9D4F-C22D89594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8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2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yellow and black padlock&#10;&#10;AI-generated content may be incorrect.">
            <a:extLst>
              <a:ext uri="{FF2B5EF4-FFF2-40B4-BE49-F238E27FC236}">
                <a16:creationId xmlns:a16="http://schemas.microsoft.com/office/drawing/2014/main" id="{CFB5C0AD-FA68-EC57-FBDB-C029CE832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2" r="16576" b="-4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45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59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Secure Pass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F204D-A372-6320-019D-AF01DFE4FC1C}"/>
              </a:ext>
            </a:extLst>
          </p:cNvPr>
          <p:cNvSpPr txBox="1">
            <a:spLocks/>
          </p:cNvSpPr>
          <p:nvPr/>
        </p:nvSpPr>
        <p:spPr>
          <a:xfrm>
            <a:off x="6438191" y="2133600"/>
            <a:ext cx="506641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buClr>
                <a:schemeClr val="accent1"/>
              </a:buClr>
              <a:buFont typeface="Wingdings 3" charset="2"/>
              <a:buChar char="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Lo que se espera lograr con este proyecto es el desarrollo de una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aplicación Android segura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que permita a los usuarios 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almacenar y gestionar passkeys de manera local.</a:t>
            </a:r>
            <a:b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7FEAE2A-7E52-F544-E0BD-4BFBCF801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2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accent1">
              <a:alpha val="30000"/>
            </a:schemeClr>
          </a:solidFill>
        </p:grpSpPr>
        <p:sp>
          <p:nvSpPr>
            <p:cNvPr id="97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756" y="1159566"/>
            <a:ext cx="3662939" cy="4568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Objetivos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10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7560245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7310" y="1286934"/>
            <a:ext cx="5292436" cy="42841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s-ES" b="1" dirty="0"/>
              <a:t>GENERALES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s-ES" dirty="0"/>
              <a:t>Implementar una solución de almacenamiento segura para </a:t>
            </a:r>
            <a:r>
              <a:rPr lang="es-ES" dirty="0" err="1"/>
              <a:t>passkeys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s-ES" dirty="0"/>
              <a:t>Desarrollar y documentar un prototipo funcional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None/>
            </a:pPr>
            <a:r>
              <a:rPr lang="en-US" b="1" dirty="0">
                <a:solidFill>
                  <a:srgbClr val="FFFFFF"/>
                </a:solidFill>
              </a:rPr>
              <a:t>ESPECIFICOS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s-ES" dirty="0"/>
              <a:t>Elaborar un informe técnico detallando los procesos implementados, los resultados de las pruebas y las consideraciones de seguridad aplicadas en el prototipo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s-ES" dirty="0"/>
              <a:t>Implementar una base de datos segura con medidas de encriptación.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080" y="6243440"/>
            <a:ext cx="8613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tx1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3F930-0156-53EF-5BA5-91BC0873C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89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03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6" name="Rectangle 315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8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20" name="Rectangle 319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2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F4434380-D1E2-058A-6CAC-7F7F7609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7" r="-2" b="16805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25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39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270016-E0B6-DAC7-B6DA-CC7F3A15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3AAEC5E-1903-897F-3899-D104894E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Areas de desempeño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171ED2-DFD4-666E-F6D1-C672E5CE86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38191" y="2133600"/>
            <a:ext cx="5066419" cy="3777622"/>
          </a:xfr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dirty="0"/>
              <a:t>Desarrollo de software </a:t>
            </a:r>
            <a:r>
              <a:rPr lang="en-US" sz="1500" b="1" dirty="0" err="1"/>
              <a:t>seguro</a:t>
            </a:r>
            <a:r>
              <a:rPr lang="en-US" sz="1500" dirty="0"/>
              <a:t>: </a:t>
            </a:r>
            <a:r>
              <a:rPr lang="en-US" sz="1500" dirty="0" err="1"/>
              <a:t>construcción</a:t>
            </a:r>
            <a:r>
              <a:rPr lang="en-US" sz="1500" dirty="0"/>
              <a:t> de </a:t>
            </a:r>
            <a:r>
              <a:rPr lang="en-US" sz="1500" dirty="0" err="1"/>
              <a:t>aplicaciones</a:t>
            </a:r>
            <a:r>
              <a:rPr lang="en-US" sz="1500" dirty="0"/>
              <a:t> </a:t>
            </a:r>
            <a:r>
              <a:rPr lang="en-US" sz="1500" dirty="0" err="1"/>
              <a:t>móviles</a:t>
            </a:r>
            <a:r>
              <a:rPr lang="en-US" sz="1500" dirty="0"/>
              <a:t> </a:t>
            </a:r>
            <a:r>
              <a:rPr lang="en-US" sz="1500" dirty="0" err="1"/>
              <a:t>seguras</a:t>
            </a:r>
            <a:r>
              <a:rPr lang="en-US" sz="1500" dirty="0"/>
              <a:t> </a:t>
            </a:r>
            <a:r>
              <a:rPr lang="en-US" sz="1500" dirty="0" err="1"/>
              <a:t>considerando</a:t>
            </a:r>
            <a:r>
              <a:rPr lang="en-US" sz="1500" dirty="0"/>
              <a:t> </a:t>
            </a:r>
            <a:r>
              <a:rPr lang="en-US" sz="1500" dirty="0" err="1"/>
              <a:t>estándares</a:t>
            </a:r>
            <a:r>
              <a:rPr lang="en-US" sz="1500" dirty="0"/>
              <a:t> de la </a:t>
            </a:r>
            <a:r>
              <a:rPr lang="en-US" sz="1500" dirty="0" err="1"/>
              <a:t>industria</a:t>
            </a:r>
            <a:r>
              <a:rPr lang="en-US" sz="1500" dirty="0"/>
              <a:t>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dirty="0" err="1"/>
              <a:t>Ciberseguridad</a:t>
            </a:r>
            <a:r>
              <a:rPr lang="en-US" sz="1500" b="1" dirty="0"/>
              <a:t> </a:t>
            </a:r>
            <a:r>
              <a:rPr lang="en-US" sz="1500" b="1" dirty="0" err="1"/>
              <a:t>aplicada</a:t>
            </a:r>
            <a:r>
              <a:rPr lang="en-US" sz="1500" dirty="0"/>
              <a:t>: </a:t>
            </a:r>
            <a:r>
              <a:rPr lang="en-US" sz="1500" dirty="0" err="1"/>
              <a:t>aplicación</a:t>
            </a:r>
            <a:r>
              <a:rPr lang="en-US" sz="1500" dirty="0"/>
              <a:t> de </a:t>
            </a:r>
            <a:r>
              <a:rPr lang="en-US" sz="1500" dirty="0" err="1"/>
              <a:t>técnicas</a:t>
            </a:r>
            <a:r>
              <a:rPr lang="en-US" sz="1500" dirty="0"/>
              <a:t> de </a:t>
            </a:r>
            <a:r>
              <a:rPr lang="en-US" sz="1500" dirty="0" err="1"/>
              <a:t>cifrado</a:t>
            </a:r>
            <a:r>
              <a:rPr lang="en-US" sz="1500" dirty="0"/>
              <a:t>, </a:t>
            </a:r>
            <a:r>
              <a:rPr lang="en-US" sz="1500" dirty="0" err="1"/>
              <a:t>gestión</a:t>
            </a:r>
            <a:r>
              <a:rPr lang="en-US" sz="1500" dirty="0"/>
              <a:t> de claves y </a:t>
            </a:r>
            <a:r>
              <a:rPr lang="en-US" sz="1500" dirty="0" err="1"/>
              <a:t>autenticación</a:t>
            </a:r>
            <a:r>
              <a:rPr lang="en-US" sz="1500" dirty="0"/>
              <a:t> para </a:t>
            </a:r>
            <a:r>
              <a:rPr lang="en-US" sz="1500" dirty="0" err="1"/>
              <a:t>proteger</a:t>
            </a:r>
            <a:r>
              <a:rPr lang="en-US" sz="1500" dirty="0"/>
              <a:t> </a:t>
            </a:r>
            <a:r>
              <a:rPr lang="en-US" sz="1500" dirty="0" err="1"/>
              <a:t>datos</a:t>
            </a:r>
            <a:r>
              <a:rPr lang="en-US" sz="1500" dirty="0"/>
              <a:t> </a:t>
            </a:r>
            <a:r>
              <a:rPr lang="en-US" sz="1500" dirty="0" err="1"/>
              <a:t>sensibles</a:t>
            </a:r>
            <a:r>
              <a:rPr lang="en-US" sz="1500" dirty="0"/>
              <a:t>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dirty="0" err="1"/>
              <a:t>Gestión</a:t>
            </a:r>
            <a:r>
              <a:rPr lang="en-US" sz="1500" b="1" dirty="0"/>
              <a:t> de </a:t>
            </a:r>
            <a:r>
              <a:rPr lang="en-US" sz="1500" b="1" dirty="0" err="1"/>
              <a:t>proyectos</a:t>
            </a:r>
            <a:r>
              <a:rPr lang="en-US" sz="1500" b="1" dirty="0"/>
              <a:t> </a:t>
            </a:r>
            <a:r>
              <a:rPr lang="en-US" sz="1500" b="1" dirty="0" err="1"/>
              <a:t>informáticos</a:t>
            </a:r>
            <a:r>
              <a:rPr lang="en-US" sz="1500" dirty="0"/>
              <a:t>: </a:t>
            </a:r>
            <a:r>
              <a:rPr lang="en-US" sz="1500" dirty="0" err="1"/>
              <a:t>planificación</a:t>
            </a:r>
            <a:r>
              <a:rPr lang="en-US" sz="1500" dirty="0"/>
              <a:t>, control y </a:t>
            </a:r>
            <a:r>
              <a:rPr lang="en-US" sz="1500" dirty="0" err="1"/>
              <a:t>documentación</a:t>
            </a:r>
            <a:r>
              <a:rPr lang="en-US" sz="1500" dirty="0"/>
              <a:t> de un </a:t>
            </a:r>
            <a:r>
              <a:rPr lang="en-US" sz="1500" dirty="0" err="1"/>
              <a:t>proyecto</a:t>
            </a:r>
            <a:r>
              <a:rPr lang="en-US" sz="1500" dirty="0"/>
              <a:t> de software con </a:t>
            </a:r>
            <a:r>
              <a:rPr lang="en-US" sz="1500" dirty="0" err="1"/>
              <a:t>entregables</a:t>
            </a:r>
            <a:r>
              <a:rPr lang="en-US" sz="1500" dirty="0"/>
              <a:t> </a:t>
            </a:r>
            <a:r>
              <a:rPr lang="en-US" sz="1500" dirty="0" err="1"/>
              <a:t>definidos</a:t>
            </a:r>
            <a:r>
              <a:rPr lang="en-US" sz="1500" dirty="0"/>
              <a:t>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dirty="0" err="1"/>
              <a:t>Modelamiento</a:t>
            </a:r>
            <a:r>
              <a:rPr lang="en-US" sz="1500" dirty="0"/>
              <a:t> </a:t>
            </a:r>
            <a:r>
              <a:rPr lang="en-US" sz="1500" b="1" dirty="0"/>
              <a:t>y </a:t>
            </a:r>
            <a:r>
              <a:rPr lang="en-US" sz="1500" b="1" dirty="0" err="1"/>
              <a:t>administración</a:t>
            </a:r>
            <a:r>
              <a:rPr lang="en-US" sz="1500" b="1" dirty="0"/>
              <a:t> de </a:t>
            </a:r>
            <a:r>
              <a:rPr lang="en-US" sz="1500" b="1" dirty="0" err="1"/>
              <a:t>datos</a:t>
            </a:r>
            <a:r>
              <a:rPr lang="en-US" sz="1500" dirty="0"/>
              <a:t>: </a:t>
            </a:r>
            <a:r>
              <a:rPr lang="en-US" sz="1500" dirty="0" err="1"/>
              <a:t>diseño</a:t>
            </a:r>
            <a:r>
              <a:rPr lang="en-US" sz="1500" dirty="0"/>
              <a:t> de un </a:t>
            </a:r>
            <a:r>
              <a:rPr lang="en-US" sz="1500" dirty="0" err="1"/>
              <a:t>modelo</a:t>
            </a:r>
            <a:r>
              <a:rPr lang="en-US" sz="1500" dirty="0"/>
              <a:t> de </a:t>
            </a:r>
            <a:r>
              <a:rPr lang="en-US" sz="1500" dirty="0" err="1"/>
              <a:t>datos</a:t>
            </a:r>
            <a:r>
              <a:rPr lang="en-US" sz="1500" dirty="0"/>
              <a:t> </a:t>
            </a:r>
            <a:r>
              <a:rPr lang="en-US" sz="1500" dirty="0" err="1"/>
              <a:t>seguro</a:t>
            </a:r>
            <a:r>
              <a:rPr lang="en-US" sz="1500" dirty="0"/>
              <a:t> y </a:t>
            </a:r>
            <a:r>
              <a:rPr lang="en-US" sz="1500" dirty="0" err="1"/>
              <a:t>escalable</a:t>
            </a:r>
            <a:r>
              <a:rPr lang="en-US" sz="1500" dirty="0"/>
              <a:t> para </a:t>
            </a:r>
            <a:r>
              <a:rPr lang="en-US" sz="1500" dirty="0" err="1"/>
              <a:t>el</a:t>
            </a:r>
            <a:r>
              <a:rPr lang="en-US" sz="1500" dirty="0"/>
              <a:t> </a:t>
            </a:r>
            <a:r>
              <a:rPr lang="en-US" sz="1500" dirty="0" err="1"/>
              <a:t>almacenamiento</a:t>
            </a:r>
            <a:r>
              <a:rPr lang="en-US" sz="1500" dirty="0"/>
              <a:t> local de </a:t>
            </a:r>
            <a:r>
              <a:rPr lang="en-US" sz="1500" dirty="0" err="1"/>
              <a:t>información</a:t>
            </a:r>
            <a:r>
              <a:rPr lang="en-US" sz="1500" dirty="0"/>
              <a:t> sensible.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1DDB72C-2759-2E1B-377A-98F681B52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811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9D7DC-BC92-883B-02EB-5BDBF716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6B28271E-9555-42CD-BD73-34342E2C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6BD4240E-6DDD-4EE5-A78F-73FA03FFB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2">
              <a:extLst>
                <a:ext uri="{FF2B5EF4-FFF2-40B4-BE49-F238E27FC236}">
                  <a16:creationId xmlns:a16="http://schemas.microsoft.com/office/drawing/2014/main" id="{EF140C05-5A32-4121-BA59-39C09D218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22E56440-2EF9-456B-A139-1EE8EAD95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B9475300-3C94-4891-8DC1-32A481BC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5">
              <a:extLst>
                <a:ext uri="{FF2B5EF4-FFF2-40B4-BE49-F238E27FC236}">
                  <a16:creationId xmlns:a16="http://schemas.microsoft.com/office/drawing/2014/main" id="{1CFB1402-A2ED-4D11-874C-0AB6FF4D2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E0FE3BE1-58D7-46C0-AE4E-B17543893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7">
              <a:extLst>
                <a:ext uri="{FF2B5EF4-FFF2-40B4-BE49-F238E27FC236}">
                  <a16:creationId xmlns:a16="http://schemas.microsoft.com/office/drawing/2014/main" id="{4498F76B-1EB5-4825-B5A5-B67DD6F8E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8">
              <a:extLst>
                <a:ext uri="{FF2B5EF4-FFF2-40B4-BE49-F238E27FC236}">
                  <a16:creationId xmlns:a16="http://schemas.microsoft.com/office/drawing/2014/main" id="{7E7BF4CC-6307-4B94-9A6F-13CE0FA3B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9">
              <a:extLst>
                <a:ext uri="{FF2B5EF4-FFF2-40B4-BE49-F238E27FC236}">
                  <a16:creationId xmlns:a16="http://schemas.microsoft.com/office/drawing/2014/main" id="{EF0043F8-898A-4BEE-8EFB-902C0EF25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0">
              <a:extLst>
                <a:ext uri="{FF2B5EF4-FFF2-40B4-BE49-F238E27FC236}">
                  <a16:creationId xmlns:a16="http://schemas.microsoft.com/office/drawing/2014/main" id="{CE793A4A-9FAE-4C74-904A-E586185E0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1">
              <a:extLst>
                <a:ext uri="{FF2B5EF4-FFF2-40B4-BE49-F238E27FC236}">
                  <a16:creationId xmlns:a16="http://schemas.microsoft.com/office/drawing/2014/main" id="{4DBD540B-DF85-4B25-899B-35EC608D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2">
              <a:extLst>
                <a:ext uri="{FF2B5EF4-FFF2-40B4-BE49-F238E27FC236}">
                  <a16:creationId xmlns:a16="http://schemas.microsoft.com/office/drawing/2014/main" id="{3753F73A-23B3-4FAA-A620-BD721A126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267D78B-5467-413E-AA16-317DC14D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07" name="Freeform 27">
              <a:extLst>
                <a:ext uri="{FF2B5EF4-FFF2-40B4-BE49-F238E27FC236}">
                  <a16:creationId xmlns:a16="http://schemas.microsoft.com/office/drawing/2014/main" id="{DB4FB125-4A45-46ED-BB4C-57BB75D98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:a16="http://schemas.microsoft.com/office/drawing/2014/main" id="{E3598A84-A979-4879-8893-B8318DCE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9">
              <a:extLst>
                <a:ext uri="{FF2B5EF4-FFF2-40B4-BE49-F238E27FC236}">
                  <a16:creationId xmlns:a16="http://schemas.microsoft.com/office/drawing/2014/main" id="{112EB207-FB2F-4573-8255-F21ADC664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30">
              <a:extLst>
                <a:ext uri="{FF2B5EF4-FFF2-40B4-BE49-F238E27FC236}">
                  <a16:creationId xmlns:a16="http://schemas.microsoft.com/office/drawing/2014/main" id="{A3484ADB-0708-464C-8AED-81B67BE55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1266C770-33FF-4943-AACF-26ABEE311C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32">
              <a:extLst>
                <a:ext uri="{FF2B5EF4-FFF2-40B4-BE49-F238E27FC236}">
                  <a16:creationId xmlns:a16="http://schemas.microsoft.com/office/drawing/2014/main" id="{C2F7E316-AFCD-45C6-B641-0EBDF4737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33">
              <a:extLst>
                <a:ext uri="{FF2B5EF4-FFF2-40B4-BE49-F238E27FC236}">
                  <a16:creationId xmlns:a16="http://schemas.microsoft.com/office/drawing/2014/main" id="{CF53548F-37E3-4E7B-96DD-FDB6DB7C0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34">
              <a:extLst>
                <a:ext uri="{FF2B5EF4-FFF2-40B4-BE49-F238E27FC236}">
                  <a16:creationId xmlns:a16="http://schemas.microsoft.com/office/drawing/2014/main" id="{15551288-4951-4542-8F8C-47E81FEE2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35">
              <a:extLst>
                <a:ext uri="{FF2B5EF4-FFF2-40B4-BE49-F238E27FC236}">
                  <a16:creationId xmlns:a16="http://schemas.microsoft.com/office/drawing/2014/main" id="{F7A81699-A895-4857-971F-AF0BB39B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36">
              <a:extLst>
                <a:ext uri="{FF2B5EF4-FFF2-40B4-BE49-F238E27FC236}">
                  <a16:creationId xmlns:a16="http://schemas.microsoft.com/office/drawing/2014/main" id="{0FB9E957-B609-48F1-A907-D42E8CC60E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37">
              <a:extLst>
                <a:ext uri="{FF2B5EF4-FFF2-40B4-BE49-F238E27FC236}">
                  <a16:creationId xmlns:a16="http://schemas.microsoft.com/office/drawing/2014/main" id="{1DB202BD-DA2A-42A1-979D-E66957BD0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38">
              <a:extLst>
                <a:ext uri="{FF2B5EF4-FFF2-40B4-BE49-F238E27FC236}">
                  <a16:creationId xmlns:a16="http://schemas.microsoft.com/office/drawing/2014/main" id="{B56C813B-29AB-460E-A49D-A44263DBD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2C63E57-6267-4B3F-B340-7BB32196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2" name="Freeform 11">
            <a:extLst>
              <a:ext uri="{FF2B5EF4-FFF2-40B4-BE49-F238E27FC236}">
                <a16:creationId xmlns:a16="http://schemas.microsoft.com/office/drawing/2014/main" id="{9B69918D-3001-4338-8904-380A53B2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AFC5700F-7321-4B30-B1DC-BC4F2165B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6" name="Freeform 11">
            <a:extLst>
              <a:ext uri="{FF2B5EF4-FFF2-40B4-BE49-F238E27FC236}">
                <a16:creationId xmlns:a16="http://schemas.microsoft.com/office/drawing/2014/main" id="{8F50300C-C744-4948-BE34-534215C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2F156501-93AA-2FED-E03A-B25B88A8A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57" r="-2" b="16805"/>
          <a:stretch>
            <a:fillRect/>
          </a:stretch>
        </p:blipFill>
        <p:spPr>
          <a:xfrm>
            <a:off x="20" y="1731"/>
            <a:ext cx="4655830" cy="6858000"/>
          </a:xfrm>
          <a:prstGeom prst="rect">
            <a:avLst/>
          </a:prstGeom>
        </p:spPr>
      </p:pic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EF50F21-ED59-4E25-B7BC-73AD45B39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54305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29" name="Freeform 11">
              <a:extLst>
                <a:ext uri="{FF2B5EF4-FFF2-40B4-BE49-F238E27FC236}">
                  <a16:creationId xmlns:a16="http://schemas.microsoft.com/office/drawing/2014/main" id="{B4BBD743-AED0-444D-9902-8DB24436E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id="{AD54B70A-5178-48BC-B033-10C4CA75E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">
              <a:extLst>
                <a:ext uri="{FF2B5EF4-FFF2-40B4-BE49-F238E27FC236}">
                  <a16:creationId xmlns:a16="http://schemas.microsoft.com/office/drawing/2014/main" id="{20FBEA6E-CA5E-44BD-B307-ABC9ECECF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id="{D99675B1-DB47-4C3A-AB88-AAFF5D482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E31454EC-7A3E-4AC8-AABC-52AA6AA7E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3109BB6F-A346-49B5-82E9-F2650BBF1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F81FA27F-C104-4E7D-BE92-7A2811CDD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B677B330-FB3E-4C6C-919C-12B90BE61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id="{6BE1B8BD-E8A5-4794-81A6-F0AC9F3C9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id="{18C329D0-2CD6-440D-8585-7BE8A8135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DD7E021D-22D7-42E8-9DDE-FF9AB9482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7E3DAB05-2B17-4064-B002-E9BCAFE08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72F9DC4-C2C4-43CF-9C2C-2EE1826F7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1520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43" name="Freeform 27">
              <a:extLst>
                <a:ext uri="{FF2B5EF4-FFF2-40B4-BE49-F238E27FC236}">
                  <a16:creationId xmlns:a16="http://schemas.microsoft.com/office/drawing/2014/main" id="{4E0064C5-2224-49BF-884A-D0118AEA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8">
              <a:extLst>
                <a:ext uri="{FF2B5EF4-FFF2-40B4-BE49-F238E27FC236}">
                  <a16:creationId xmlns:a16="http://schemas.microsoft.com/office/drawing/2014/main" id="{0D33309E-8132-42DA-B37B-4CAF0F6D1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29">
              <a:extLst>
                <a:ext uri="{FF2B5EF4-FFF2-40B4-BE49-F238E27FC236}">
                  <a16:creationId xmlns:a16="http://schemas.microsoft.com/office/drawing/2014/main" id="{739DA087-BAEC-4E31-946D-3BA859C62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30">
              <a:extLst>
                <a:ext uri="{FF2B5EF4-FFF2-40B4-BE49-F238E27FC236}">
                  <a16:creationId xmlns:a16="http://schemas.microsoft.com/office/drawing/2014/main" id="{395F1535-595E-4F4C-BEC0-F2EA9062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31">
              <a:extLst>
                <a:ext uri="{FF2B5EF4-FFF2-40B4-BE49-F238E27FC236}">
                  <a16:creationId xmlns:a16="http://schemas.microsoft.com/office/drawing/2014/main" id="{FFFD4D55-2142-47EB-B7EB-5C049C731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32">
              <a:extLst>
                <a:ext uri="{FF2B5EF4-FFF2-40B4-BE49-F238E27FC236}">
                  <a16:creationId xmlns:a16="http://schemas.microsoft.com/office/drawing/2014/main" id="{22CAF07E-CB2F-438A-AD2E-86E3A409B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33">
              <a:extLst>
                <a:ext uri="{FF2B5EF4-FFF2-40B4-BE49-F238E27FC236}">
                  <a16:creationId xmlns:a16="http://schemas.microsoft.com/office/drawing/2014/main" id="{148C41FD-1EDA-45D8-AAA4-E79A761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4">
              <a:extLst>
                <a:ext uri="{FF2B5EF4-FFF2-40B4-BE49-F238E27FC236}">
                  <a16:creationId xmlns:a16="http://schemas.microsoft.com/office/drawing/2014/main" id="{3D1F13F1-22C7-4224-85FE-622B9F3C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35">
              <a:extLst>
                <a:ext uri="{FF2B5EF4-FFF2-40B4-BE49-F238E27FC236}">
                  <a16:creationId xmlns:a16="http://schemas.microsoft.com/office/drawing/2014/main" id="{0AD99730-19F0-4DB7-8108-25AF31361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36">
              <a:extLst>
                <a:ext uri="{FF2B5EF4-FFF2-40B4-BE49-F238E27FC236}">
                  <a16:creationId xmlns:a16="http://schemas.microsoft.com/office/drawing/2014/main" id="{143A6D61-3504-4654-982B-80B7F0B5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37">
              <a:extLst>
                <a:ext uri="{FF2B5EF4-FFF2-40B4-BE49-F238E27FC236}">
                  <a16:creationId xmlns:a16="http://schemas.microsoft.com/office/drawing/2014/main" id="{990038CA-7285-43A9-A8FE-30824AC14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38">
              <a:extLst>
                <a:ext uri="{FF2B5EF4-FFF2-40B4-BE49-F238E27FC236}">
                  <a16:creationId xmlns:a16="http://schemas.microsoft.com/office/drawing/2014/main" id="{0346AEBE-37DC-4BAB-B50D-E0D763843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4159C-1CCB-8CB0-9F01-F5D58DF1B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81705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1F8D0EA-7CE3-D37E-A68C-4D65DC32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Competencias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CA72FCB-DBCC-435A-838B-682978F47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3D016F-1933-51D9-8A7D-49A98F5C89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38191" y="2133600"/>
            <a:ext cx="5066419" cy="3777622"/>
          </a:xfr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i="1" dirty="0" err="1"/>
              <a:t>Desarrollar</a:t>
            </a:r>
            <a:r>
              <a:rPr lang="en-US" sz="1500" b="1" i="1" dirty="0"/>
              <a:t> </a:t>
            </a:r>
            <a:r>
              <a:rPr lang="en-US" sz="1500" b="1" i="1" dirty="0" err="1"/>
              <a:t>soluciones</a:t>
            </a:r>
            <a:r>
              <a:rPr lang="en-US" sz="1500" b="1" i="1" dirty="0"/>
              <a:t> de software</a:t>
            </a:r>
            <a:r>
              <a:rPr lang="en-US" sz="1500" i="1" dirty="0"/>
              <a:t> </a:t>
            </a:r>
            <a:r>
              <a:rPr lang="en-US" sz="1500" i="1" dirty="0" err="1"/>
              <a:t>utilizando</a:t>
            </a:r>
            <a:r>
              <a:rPr lang="en-US" sz="1500" i="1" dirty="0"/>
              <a:t> </a:t>
            </a:r>
            <a:r>
              <a:rPr lang="en-US" sz="1500" i="1" dirty="0" err="1"/>
              <a:t>técnicas</a:t>
            </a:r>
            <a:r>
              <a:rPr lang="en-US" sz="1500" i="1" dirty="0"/>
              <a:t> </a:t>
            </a:r>
            <a:r>
              <a:rPr lang="en-US" sz="1500" i="1" dirty="0" err="1"/>
              <a:t>que</a:t>
            </a:r>
            <a:r>
              <a:rPr lang="en-US" sz="1500" i="1" dirty="0"/>
              <a:t> </a:t>
            </a:r>
            <a:r>
              <a:rPr lang="en-US" sz="1500" i="1" dirty="0" err="1"/>
              <a:t>sistematicen</a:t>
            </a:r>
            <a:r>
              <a:rPr lang="en-US" sz="1500" i="1" dirty="0"/>
              <a:t> </a:t>
            </a:r>
            <a:r>
              <a:rPr lang="en-US" sz="1500" i="1" dirty="0" err="1"/>
              <a:t>el</a:t>
            </a:r>
            <a:r>
              <a:rPr lang="en-US" sz="1500" i="1" dirty="0"/>
              <a:t> </a:t>
            </a:r>
            <a:r>
              <a:rPr lang="en-US" sz="1500" i="1" dirty="0" err="1"/>
              <a:t>proceso</a:t>
            </a:r>
            <a:r>
              <a:rPr lang="en-US" sz="1500" i="1" dirty="0"/>
              <a:t> de </a:t>
            </a:r>
            <a:r>
              <a:rPr lang="en-US" sz="1500" i="1" dirty="0" err="1"/>
              <a:t>desarrollo</a:t>
            </a:r>
            <a:r>
              <a:rPr lang="en-US" sz="1500" i="1" dirty="0"/>
              <a:t> y </a:t>
            </a:r>
            <a:r>
              <a:rPr lang="en-US" sz="1500" i="1" dirty="0" err="1"/>
              <a:t>mantenimiento</a:t>
            </a:r>
            <a:r>
              <a:rPr lang="en-US" sz="1500" i="1" dirty="0"/>
              <a:t>, </a:t>
            </a:r>
            <a:r>
              <a:rPr lang="en-US" sz="1500" i="1" dirty="0" err="1"/>
              <a:t>asegurando</a:t>
            </a:r>
            <a:r>
              <a:rPr lang="en-US" sz="1500" i="1" dirty="0"/>
              <a:t> </a:t>
            </a:r>
            <a:r>
              <a:rPr lang="en-US" sz="1500" i="1" dirty="0" err="1"/>
              <a:t>el</a:t>
            </a:r>
            <a:r>
              <a:rPr lang="en-US" sz="1500" i="1" dirty="0"/>
              <a:t> </a:t>
            </a:r>
            <a:r>
              <a:rPr lang="en-US" sz="1500" i="1" dirty="0" err="1"/>
              <a:t>logro</a:t>
            </a:r>
            <a:r>
              <a:rPr lang="en-US" sz="1500" i="1" dirty="0"/>
              <a:t> de </a:t>
            </a:r>
            <a:r>
              <a:rPr lang="en-US" sz="1500" i="1" dirty="0" err="1"/>
              <a:t>los</a:t>
            </a:r>
            <a:r>
              <a:rPr lang="en-US" sz="1500" i="1" dirty="0"/>
              <a:t> </a:t>
            </a:r>
            <a:r>
              <a:rPr lang="en-US" sz="1500" i="1" dirty="0" err="1"/>
              <a:t>objetivos</a:t>
            </a:r>
            <a:r>
              <a:rPr lang="en-US" sz="1500" i="1" dirty="0"/>
              <a:t>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i="1" dirty="0" err="1"/>
              <a:t>Gestionar</a:t>
            </a:r>
            <a:r>
              <a:rPr lang="en-US" sz="1500" b="1" i="1" dirty="0"/>
              <a:t> </a:t>
            </a:r>
            <a:r>
              <a:rPr lang="en-US" sz="1500" b="1" i="1" dirty="0" err="1"/>
              <a:t>proyectos</a:t>
            </a:r>
            <a:r>
              <a:rPr lang="en-US" sz="1500" b="1" i="1" dirty="0"/>
              <a:t> </a:t>
            </a:r>
            <a:r>
              <a:rPr lang="en-US" sz="1500" b="1" i="1" dirty="0" err="1"/>
              <a:t>informáticos</a:t>
            </a:r>
            <a:r>
              <a:rPr lang="en-US" sz="1500" i="1" dirty="0"/>
              <a:t>, </a:t>
            </a:r>
            <a:r>
              <a:rPr lang="en-US" sz="1500" i="1" dirty="0" err="1"/>
              <a:t>ofreciendo</a:t>
            </a:r>
            <a:r>
              <a:rPr lang="en-US" sz="1500" i="1" dirty="0"/>
              <a:t> </a:t>
            </a:r>
            <a:r>
              <a:rPr lang="en-US" sz="1500" i="1" dirty="0" err="1"/>
              <a:t>alternativas</a:t>
            </a:r>
            <a:r>
              <a:rPr lang="en-US" sz="1500" i="1" dirty="0"/>
              <a:t> para la </a:t>
            </a:r>
            <a:r>
              <a:rPr lang="en-US" sz="1500" i="1" dirty="0" err="1"/>
              <a:t>toma</a:t>
            </a:r>
            <a:r>
              <a:rPr lang="en-US" sz="1500" i="1" dirty="0"/>
              <a:t> de </a:t>
            </a:r>
            <a:r>
              <a:rPr lang="en-US" sz="1500" i="1" dirty="0" err="1"/>
              <a:t>decisiones</a:t>
            </a:r>
            <a:r>
              <a:rPr lang="en-US" sz="1500" i="1" dirty="0"/>
              <a:t> de </a:t>
            </a:r>
            <a:r>
              <a:rPr lang="en-US" sz="1500" i="1" dirty="0" err="1"/>
              <a:t>acuerdo</a:t>
            </a:r>
            <a:r>
              <a:rPr lang="en-US" sz="1500" i="1" dirty="0"/>
              <a:t> con </a:t>
            </a:r>
            <a:r>
              <a:rPr lang="en-US" sz="1500" i="1" dirty="0" err="1"/>
              <a:t>los</a:t>
            </a:r>
            <a:r>
              <a:rPr lang="en-US" sz="1500" i="1" dirty="0"/>
              <a:t> </a:t>
            </a:r>
            <a:r>
              <a:rPr lang="en-US" sz="1500" i="1" dirty="0" err="1"/>
              <a:t>requerimientos</a:t>
            </a:r>
            <a:r>
              <a:rPr lang="en-US" sz="1500" i="1" dirty="0"/>
              <a:t> de la </a:t>
            </a:r>
            <a:r>
              <a:rPr lang="en-US" sz="1500" i="1" dirty="0" err="1"/>
              <a:t>organización</a:t>
            </a:r>
            <a:r>
              <a:rPr lang="en-US" sz="1500" i="1" dirty="0"/>
              <a:t>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i="1" dirty="0" err="1"/>
              <a:t>Construir</a:t>
            </a:r>
            <a:r>
              <a:rPr lang="en-US" sz="1500" b="1" i="1" dirty="0"/>
              <a:t> </a:t>
            </a:r>
            <a:r>
              <a:rPr lang="en-US" sz="1500" b="1" i="1" dirty="0" err="1"/>
              <a:t>modelos</a:t>
            </a:r>
            <a:r>
              <a:rPr lang="en-US" sz="1500" b="1" i="1" dirty="0"/>
              <a:t> de </a:t>
            </a:r>
            <a:r>
              <a:rPr lang="en-US" sz="1500" b="1" i="1" dirty="0" err="1"/>
              <a:t>datos</a:t>
            </a:r>
            <a:r>
              <a:rPr lang="en-US" sz="1500" i="1" dirty="0"/>
              <a:t> para </a:t>
            </a:r>
            <a:r>
              <a:rPr lang="en-US" sz="1500" i="1" dirty="0" err="1"/>
              <a:t>soportar</a:t>
            </a:r>
            <a:r>
              <a:rPr lang="en-US" sz="1500" i="1" dirty="0"/>
              <a:t> </a:t>
            </a:r>
            <a:r>
              <a:rPr lang="en-US" sz="1500" i="1" dirty="0" err="1"/>
              <a:t>los</a:t>
            </a:r>
            <a:r>
              <a:rPr lang="en-US" sz="1500" i="1" dirty="0"/>
              <a:t> </a:t>
            </a:r>
            <a:r>
              <a:rPr lang="en-US" sz="1500" i="1" dirty="0" err="1"/>
              <a:t>requerimientos</a:t>
            </a:r>
            <a:r>
              <a:rPr lang="en-US" sz="1500" i="1" dirty="0"/>
              <a:t> de la </a:t>
            </a:r>
            <a:r>
              <a:rPr lang="en-US" sz="1500" i="1" dirty="0" err="1"/>
              <a:t>aplicación</a:t>
            </a:r>
            <a:r>
              <a:rPr lang="en-US" sz="1500" i="1" dirty="0"/>
              <a:t> de </a:t>
            </a:r>
            <a:r>
              <a:rPr lang="en-US" sz="1500" i="1" dirty="0" err="1"/>
              <a:t>acuerdo</a:t>
            </a:r>
            <a:r>
              <a:rPr lang="en-US" sz="1500" i="1" dirty="0"/>
              <a:t> a un </a:t>
            </a:r>
            <a:r>
              <a:rPr lang="en-US" sz="1500" i="1" dirty="0" err="1"/>
              <a:t>diseño</a:t>
            </a:r>
            <a:r>
              <a:rPr lang="en-US" sz="1500" i="1" dirty="0"/>
              <a:t> </a:t>
            </a:r>
            <a:r>
              <a:rPr lang="en-US" sz="1500" i="1" dirty="0" err="1"/>
              <a:t>definido</a:t>
            </a:r>
            <a:r>
              <a:rPr lang="en-US" sz="1500" i="1" dirty="0"/>
              <a:t> y </a:t>
            </a:r>
            <a:r>
              <a:rPr lang="en-US" sz="1500" i="1" dirty="0" err="1"/>
              <a:t>escalable</a:t>
            </a:r>
            <a:r>
              <a:rPr lang="en-US" sz="1500" i="1" dirty="0"/>
              <a:t> </a:t>
            </a:r>
            <a:r>
              <a:rPr lang="en-US" sz="1500" i="1" dirty="0" err="1"/>
              <a:t>en</a:t>
            </a:r>
            <a:r>
              <a:rPr lang="en-US" sz="1500" i="1" dirty="0"/>
              <a:t> </a:t>
            </a:r>
            <a:r>
              <a:rPr lang="en-US" sz="1500" i="1" dirty="0" err="1"/>
              <a:t>el</a:t>
            </a:r>
            <a:r>
              <a:rPr lang="en-US" sz="1500" i="1" dirty="0"/>
              <a:t> </a:t>
            </a:r>
            <a:r>
              <a:rPr lang="en-US" sz="1500" i="1" dirty="0" err="1"/>
              <a:t>tiempo</a:t>
            </a:r>
            <a:r>
              <a:rPr lang="en-US" sz="1500" i="1" dirty="0"/>
              <a:t>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500" b="1" i="1" dirty="0" err="1"/>
              <a:t>Realizar</a:t>
            </a:r>
            <a:r>
              <a:rPr lang="en-US" sz="1500" b="1" i="1" dirty="0"/>
              <a:t> </a:t>
            </a:r>
            <a:r>
              <a:rPr lang="en-US" sz="1500" b="1" i="1" dirty="0" err="1"/>
              <a:t>pruebas</a:t>
            </a:r>
            <a:r>
              <a:rPr lang="en-US" sz="1500" b="1" i="1" dirty="0"/>
              <a:t> de </a:t>
            </a:r>
            <a:r>
              <a:rPr lang="en-US" sz="1500" b="1" i="1" dirty="0" err="1"/>
              <a:t>certificación</a:t>
            </a:r>
            <a:r>
              <a:rPr lang="en-US" sz="1500" i="1" dirty="0"/>
              <a:t> de </a:t>
            </a:r>
            <a:r>
              <a:rPr lang="en-US" sz="1500" i="1" dirty="0" err="1"/>
              <a:t>productos</a:t>
            </a:r>
            <a:r>
              <a:rPr lang="en-US" sz="1500" i="1" dirty="0"/>
              <a:t> y </a:t>
            </a:r>
            <a:r>
              <a:rPr lang="en-US" sz="1500" i="1" dirty="0" err="1"/>
              <a:t>procesos</a:t>
            </a:r>
            <a:r>
              <a:rPr lang="en-US" sz="1500" i="1" dirty="0"/>
              <a:t> </a:t>
            </a:r>
            <a:r>
              <a:rPr lang="en-US" sz="1500" i="1" dirty="0" err="1"/>
              <a:t>utilizando</a:t>
            </a:r>
            <a:r>
              <a:rPr lang="en-US" sz="1500" i="1" dirty="0"/>
              <a:t> </a:t>
            </a:r>
            <a:r>
              <a:rPr lang="en-US" sz="1500" i="1" dirty="0" err="1"/>
              <a:t>buenas</a:t>
            </a:r>
            <a:r>
              <a:rPr lang="en-US" sz="1500" i="1" dirty="0"/>
              <a:t> </a:t>
            </a:r>
            <a:r>
              <a:rPr lang="en-US" sz="1500" i="1" dirty="0" err="1"/>
              <a:t>prácticas</a:t>
            </a:r>
            <a:r>
              <a:rPr lang="en-US" sz="1500" i="1" dirty="0"/>
              <a:t> de la </a:t>
            </a:r>
            <a:r>
              <a:rPr lang="en-US" sz="1500" i="1" dirty="0" err="1"/>
              <a:t>industria</a:t>
            </a:r>
            <a:r>
              <a:rPr lang="en-US" sz="1500" i="1" dirty="0"/>
              <a:t>, </a:t>
            </a:r>
            <a:r>
              <a:rPr lang="en-US" sz="1500" i="1" dirty="0" err="1"/>
              <a:t>asegurando</a:t>
            </a:r>
            <a:r>
              <a:rPr lang="en-US" sz="1500" i="1" dirty="0"/>
              <a:t> </a:t>
            </a:r>
            <a:r>
              <a:rPr lang="en-US" sz="1500" i="1" dirty="0" err="1"/>
              <a:t>calidad</a:t>
            </a:r>
            <a:r>
              <a:rPr lang="en-US" sz="1500" i="1" dirty="0"/>
              <a:t> y </a:t>
            </a:r>
            <a:r>
              <a:rPr lang="en-US" sz="1500" i="1" dirty="0" err="1"/>
              <a:t>seguridad</a:t>
            </a:r>
            <a:r>
              <a:rPr lang="en-US" sz="1500" i="1" dirty="0"/>
              <a:t>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7A5F789-6804-5912-2262-49ABB7DCE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60375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96ED90-EC65-43A4-B2EF-AF696BAA5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3429D0-CB53-4C03-878C-43C31F27E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E3C0F14-CFB2-422D-8C27-C05900057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166A2CB-8B53-43A6-9BA2-C7CC6CF29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3C00B90-9276-4889-9254-D7DD9B956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82B4B58-2BD8-44A1-BC1B-24CF171D5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87DFB3F-163E-427B-AD97-4D959AFA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947E116-0E5F-4151-A266-838DCF74F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4E22B53-0CCD-4425-982E-FBD7A5AE5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1418348-352C-405D-843F-02F759C1A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D24C79-C716-4FA6-A27A-067085270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55C2DE1-DCCA-4C79-B04A-781D1A3D9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C776F50F-14F4-475E-BCB7-17FC0785B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BDB0DA-68E7-4684-91C5-5AB2BFED4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9E72399C-BBC0-42A8-9748-4797554BE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48E248AF-3631-45B1-92F0-E06A965A1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C4D7FC8C-56F5-4922-A71A-33D64A292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B7F89C0C-EB85-419D-BB93-0206A2AFE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80ABA0D9-57B4-44A9-8807-4FE17D254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253C3D53-3C3B-4D58-A8FC-8D700F94D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EFA8FD5A-A185-4336-8F88-913947E4A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376A1771-7E82-4933-B181-ABB739D1C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9F2DAC55-7895-49FE-AC9C-A8E7013BE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4C22408E-5BCB-4876-A3FA-64F1AF28F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0F3149B3-9646-40F8-8C00-2D571CB08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76F045BD-A98B-4E02-83F2-FFB1A89EA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2E71B7E-BFF8-4843-B7D0-22045FFE3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332B447E-2E34-4E0E-9C81-372BC888A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64D327B-3D15-4255-9351-EE624EFBB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9AFF06-2038-48C7-8C6E-26FDAF7AF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Metodología</a:t>
            </a:r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4416ADE8-5973-4118-8015-CC02D548C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AEB8887-923B-384B-DF57-119D4074E74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11593568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4">
            <a:extLst>
              <a:ext uri="{FF2B5EF4-FFF2-40B4-BE49-F238E27FC236}">
                <a16:creationId xmlns:a16="http://schemas.microsoft.com/office/drawing/2014/main" id="{EA17F452-C0D9-1AB0-5720-B86229497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AE7B874-F825-4748-AB77-79FD3F9B2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F68F70-5BE5-C77D-34AC-6D895696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Etapas del Proyecto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9F9A5-74D3-6727-A007-7BBE7CACD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548" y="3246438"/>
            <a:ext cx="59688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900">
              <a:latin typeface="+mn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7855-2DF9-378D-7D72-48E16A5695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85509" y="1093380"/>
            <a:ext cx="6219103" cy="4679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1:</a:t>
            </a:r>
            <a:r>
              <a:rPr lang="en-US" sz="1100" i="1" dirty="0"/>
              <a:t> </a:t>
            </a:r>
            <a:r>
              <a:rPr lang="en-US" sz="1100" i="1" dirty="0" err="1"/>
              <a:t>Definición</a:t>
            </a:r>
            <a:r>
              <a:rPr lang="en-US" sz="1100" i="1" dirty="0"/>
              <a:t> de </a:t>
            </a:r>
            <a:r>
              <a:rPr lang="en-US" sz="1100" i="1" dirty="0" err="1"/>
              <a:t>requerimientos</a:t>
            </a:r>
            <a:r>
              <a:rPr lang="en-US" sz="1100" i="1" dirty="0"/>
              <a:t>, </a:t>
            </a:r>
            <a:r>
              <a:rPr lang="en-US" sz="1100" i="1" dirty="0" err="1"/>
              <a:t>diseño</a:t>
            </a:r>
            <a:r>
              <a:rPr lang="en-US" sz="1100" i="1" dirty="0"/>
              <a:t> de la </a:t>
            </a:r>
            <a:r>
              <a:rPr lang="en-US" sz="1100" i="1" dirty="0" err="1"/>
              <a:t>arquitectura</a:t>
            </a:r>
            <a:r>
              <a:rPr lang="en-US" sz="1100" i="1" dirty="0"/>
              <a:t> y del </a:t>
            </a:r>
            <a:r>
              <a:rPr lang="en-US" sz="1100" i="1" dirty="0" err="1"/>
              <a:t>modelo</a:t>
            </a:r>
            <a:r>
              <a:rPr lang="en-US" sz="1100" i="1" dirty="0"/>
              <a:t> de </a:t>
            </a:r>
            <a:r>
              <a:rPr lang="en-US" sz="1100" i="1" dirty="0" err="1"/>
              <a:t>datos</a:t>
            </a:r>
            <a:r>
              <a:rPr lang="en-US" sz="1100" i="1" dirty="0"/>
              <a:t>, y </a:t>
            </a:r>
            <a:r>
              <a:rPr lang="en-US" sz="1100" i="1" dirty="0" err="1"/>
              <a:t>elaboración</a:t>
            </a:r>
            <a:r>
              <a:rPr lang="en-US" sz="1100" i="1" dirty="0"/>
              <a:t> del plan de </a:t>
            </a:r>
            <a:r>
              <a:rPr lang="en-US" sz="1100" i="1" dirty="0" err="1"/>
              <a:t>trabajo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2:</a:t>
            </a:r>
            <a:r>
              <a:rPr lang="en-US" sz="1100" i="1" dirty="0"/>
              <a:t> </a:t>
            </a:r>
            <a:r>
              <a:rPr lang="en-US" sz="1100" i="1" dirty="0" err="1"/>
              <a:t>Configuración</a:t>
            </a:r>
            <a:r>
              <a:rPr lang="en-US" sz="1100" i="1" dirty="0"/>
              <a:t> del </a:t>
            </a:r>
            <a:r>
              <a:rPr lang="en-US" sz="1100" i="1" dirty="0" err="1"/>
              <a:t>entorno</a:t>
            </a:r>
            <a:r>
              <a:rPr lang="en-US" sz="1100" i="1" dirty="0"/>
              <a:t> y </a:t>
            </a:r>
            <a:r>
              <a:rPr lang="en-US" sz="1100" i="1" dirty="0" err="1"/>
              <a:t>desarollo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100" b="1" i="1" dirty="0"/>
              <a:t>Fase 3:</a:t>
            </a:r>
            <a:r>
              <a:rPr lang="en-US" sz="1100" i="1" dirty="0"/>
              <a:t> </a:t>
            </a:r>
            <a:r>
              <a:rPr lang="en-US" sz="1100" i="1" dirty="0" err="1"/>
              <a:t>Validación</a:t>
            </a:r>
            <a:r>
              <a:rPr lang="en-US" sz="1100" i="1" dirty="0"/>
              <a:t> intermedia, </a:t>
            </a:r>
            <a:r>
              <a:rPr lang="en-US" sz="1100" i="1" dirty="0" err="1"/>
              <a:t>pruebas</a:t>
            </a:r>
            <a:r>
              <a:rPr lang="en-US" sz="1100" i="1" dirty="0"/>
              <a:t> de </a:t>
            </a:r>
            <a:r>
              <a:rPr lang="en-US" sz="1100" i="1" dirty="0" err="1"/>
              <a:t>seguridad</a:t>
            </a:r>
            <a:r>
              <a:rPr lang="en-US" sz="1100" i="1" dirty="0"/>
              <a:t>, </a:t>
            </a:r>
            <a:r>
              <a:rPr lang="en-US" sz="1100" i="1" dirty="0" err="1"/>
              <a:t>identificación</a:t>
            </a:r>
            <a:r>
              <a:rPr lang="en-US" sz="1100" i="1" dirty="0"/>
              <a:t> de </a:t>
            </a:r>
            <a:r>
              <a:rPr lang="en-US" sz="1100" i="1" dirty="0" err="1"/>
              <a:t>vulnerabilidades</a:t>
            </a:r>
            <a:r>
              <a:rPr lang="en-US" sz="1100" i="1" dirty="0"/>
              <a:t> </a:t>
            </a:r>
            <a:r>
              <a:rPr lang="en-US" sz="1100" i="1" dirty="0" err="1"/>
              <a:t>menores</a:t>
            </a:r>
            <a:r>
              <a:rPr lang="en-US" sz="1100" i="1" dirty="0"/>
              <a:t> y </a:t>
            </a:r>
            <a:r>
              <a:rPr lang="en-US" sz="1100" i="1" dirty="0" err="1"/>
              <a:t>aplicación</a:t>
            </a:r>
            <a:r>
              <a:rPr lang="en-US" sz="1100" i="1" dirty="0"/>
              <a:t> de </a:t>
            </a:r>
            <a:r>
              <a:rPr lang="en-US" sz="1100" i="1" dirty="0" err="1"/>
              <a:t>mejoras</a:t>
            </a:r>
            <a:r>
              <a:rPr lang="en-US" sz="1100" i="1" dirty="0"/>
              <a:t> previas al </a:t>
            </a:r>
            <a:r>
              <a:rPr lang="en-US" sz="1100" i="1" dirty="0" err="1"/>
              <a:t>cierre</a:t>
            </a:r>
            <a:r>
              <a:rPr lang="en-US" sz="1100" i="1" dirty="0"/>
              <a:t> del </a:t>
            </a:r>
            <a:r>
              <a:rPr lang="en-US" sz="1100" i="1" dirty="0" err="1"/>
              <a:t>proyecto</a:t>
            </a:r>
            <a:r>
              <a:rPr lang="en-US" sz="1100" i="1" dirty="0"/>
              <a:t>.</a:t>
            </a:r>
            <a:endParaRPr lang="en-US" sz="1100" dirty="0"/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endParaRPr lang="en-US" sz="1100" b="1" i="1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None/>
            </a:pPr>
            <a:endParaRPr lang="en-US" sz="1100" dirty="0"/>
          </a:p>
        </p:txBody>
      </p:sp>
      <p:graphicFrame>
        <p:nvGraphicFramePr>
          <p:cNvPr id="62" name="TextBox 5">
            <a:extLst>
              <a:ext uri="{FF2B5EF4-FFF2-40B4-BE49-F238E27FC236}">
                <a16:creationId xmlns:a16="http://schemas.microsoft.com/office/drawing/2014/main" id="{D79D0813-4E5F-9D9F-40E8-AF29BDDF0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154819"/>
              </p:ext>
            </p:extLst>
          </p:nvPr>
        </p:nvGraphicFramePr>
        <p:xfrm>
          <a:off x="5015179" y="3802920"/>
          <a:ext cx="7016826" cy="2923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3CAC8C06-49CF-3ACC-4A67-CBD32E6BF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041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1695B43-31F9-4244-9D31-678C0E2D7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186B16E-3413-455E-AD25-A9FA0C7C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CF8FFA5-512C-4844-B3AC-EC12C6E7D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22AE385B-CFC3-45DE-ABB2-22E353A2F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55C8BF8-564D-4041-92AF-A75E2F2F5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349322DE-3527-4994-927F-A809B2AFD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AD2B60AD-C60E-433E-ABE0-BC0DC8096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C492CF3E-861F-4675-9F39-A9C793B61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14B6796-3278-46A9-B7CA-D6FB3FA602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983788E-CCBA-4DB8-A5F1-D85CCFBCD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67B0C9D-44C7-46BA-9BFF-872A6180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11F8FFD9-C04F-49B2-96EB-28B7F78AD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F4ABFA56-2C1F-44E3-9032-DAB632681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ACF95E6-7054-4F41-A9EA-EECB0E112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BBBD0526-C842-4D59-99D8-D5FC972E3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6224A5BC-CF52-49E1-AC83-913742A15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D07C1A0-36C3-416D-829C-19A3509F5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E7203C89-47F1-40A6-A5B9-1E750DEF7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2412B172-1B47-440E-BA93-BED9D73D5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A2FFD2C2-CE80-4892-989E-94BFCA190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9F8BA034-8EB0-47F2-80B4-9FFA5DF88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816F4717-2DD2-432E-980F-B70CDE3AD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4EB3558C-ABFF-46C7-926A-1F6F4735C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99D63C4C-915B-4552-A9DF-8758A2CCC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A6AD63BD-7C29-429E-9739-97284E0C5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DE0312A6-6DFD-4A75-BFD6-A1201963E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40256B3-3A34-4E53-B8DF-35A87BD39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A263FB94-8148-483B-A12C-1467767E3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FEB6608-8330-44BA-83BC-19F5FA0BA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35D8B-FDA8-FC1F-BCC7-A4AC29830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55" y="4521187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Flujo</a:t>
            </a: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5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uso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37E42-0DDC-C766-1EE1-E6E307272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519" y="622086"/>
            <a:ext cx="1657258" cy="3602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353033-E1E0-2BE8-4955-4C4E1F19B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49" y="636530"/>
            <a:ext cx="1657258" cy="3602736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FEE1A233-2BA2-4622-87A4-25FD07F8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0CD3AC0E-25F4-4A70-BCB4-0B62A59BF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66D96FBD-A519-47DF-A28D-CC870B3D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43DC6CD3-B31F-41DE-84E6-976918C7C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014B11C6-A9DF-4BDB-9A52-F1062FED4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2140EA04-3E06-4C84-B577-80B806061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8B5D9181-9CB0-49AC-93AF-F45BBD906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2122093A-8FA6-4839-B5FB-6B22A91C5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57E3A54A-BA53-41E2-BBD4-152041C83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9">
              <a:extLst>
                <a:ext uri="{FF2B5EF4-FFF2-40B4-BE49-F238E27FC236}">
                  <a16:creationId xmlns:a16="http://schemas.microsoft.com/office/drawing/2014/main" id="{31752422-9758-4896-AAF7-2915F127E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53BF98E7-6146-4D11-9772-3EE6B0D58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D1F5C9FF-BC67-40AD-B4BE-13D53EDC0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AF8F8579-8B40-4C3D-BEEF-A0028783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D011E7-8E6B-4431-A352-A738EEF50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914D4E0-0A9E-45FD-9F68-432659AB9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4F5E9E50-DA76-4590-91EA-401E8F4E9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FFBB67EA-CFDA-4A50-B675-737B5993F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60B1A994-808C-4640-98EA-531A53DC6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8E497D75-4F08-4DFC-8F56-B72110CD6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FCD686B3-C698-49C4-A7A0-D83658AD5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F5BE8222-C82B-441E-B4B3-82D1A61DF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443A8963-20BA-4850-9C5F-48E6BBBC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35418986-49D6-43CB-B8F0-3F6CBE7DD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BD894645-E752-4A27-9458-83C0A85E4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7">
              <a:extLst>
                <a:ext uri="{FF2B5EF4-FFF2-40B4-BE49-F238E27FC236}">
                  <a16:creationId xmlns:a16="http://schemas.microsoft.com/office/drawing/2014/main" id="{5CC48A4D-31B3-407B-AA15-5F31118A3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05C01D10-A933-4A26-A6E1-18583DAA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FA18C61B-A11B-4758-A369-AB31FA53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2" name="Freeform 33">
            <a:extLst>
              <a:ext uri="{FF2B5EF4-FFF2-40B4-BE49-F238E27FC236}">
                <a16:creationId xmlns:a16="http://schemas.microsoft.com/office/drawing/2014/main" id="{61008426-209A-474C-B8DD-6B45248EC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6EFE-1D17-9BB8-BE7F-6312E49E9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2" y="4959308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5965CD-57D5-C7C2-0006-68DF11FE0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208" y="632980"/>
            <a:ext cx="1648251" cy="36027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4C4E7E-6853-C195-3AE2-9F5093AFC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838" y="632980"/>
            <a:ext cx="1657258" cy="3606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5E6CB-F794-D592-F11D-CBDE65801F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812" y="622086"/>
            <a:ext cx="1648251" cy="360273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D6C978E-413B-6274-542D-456EC7ECFFF4}"/>
              </a:ext>
            </a:extLst>
          </p:cNvPr>
          <p:cNvSpPr txBox="1"/>
          <p:nvPr/>
        </p:nvSpPr>
        <p:spPr>
          <a:xfrm>
            <a:off x="6292795" y="521191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SecurePass_1_1.0.apk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389977B-BD60-AEDB-D51B-E90E1E07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607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A96ED90-EC65-43A4-B2EF-AF696BAA5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453429D0-CB53-4C03-878C-43C31F27ED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AE3C0F14-CFB2-422D-8C27-C05900057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1166A2CB-8B53-43A6-9BA2-C7CC6CF29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23C00B90-9276-4889-9254-D7DD9B956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82B4B58-2BD8-44A1-BC1B-24CF171D5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087DFB3F-163E-427B-AD97-4D959AFA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3947E116-0E5F-4151-A266-838DCF74F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34E22B53-0CCD-4425-982E-FBD7A5AE5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71418348-352C-405D-843F-02F759C1A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D1D24C79-C716-4FA6-A27A-067085270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C55C2DE1-DCCA-4C79-B04A-781D1A3D9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C776F50F-14F4-475E-BCB7-17FC0785B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BDB0DA-68E7-4684-91C5-5AB2BFED4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9E72399C-BBC0-42A8-9748-4797554BE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48E248AF-3631-45B1-92F0-E06A965A1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C4D7FC8C-56F5-4922-A71A-33D64A292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B7F89C0C-EB85-419D-BB93-0206A2AFE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80ABA0D9-57B4-44A9-8807-4FE17D254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253C3D53-3C3B-4D58-A8FC-8D700F94D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EFA8FD5A-A185-4336-8F88-913947E4A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376A1771-7E82-4933-B181-ABB739D1C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9F2DAC55-7895-49FE-AC9C-A8E7013BE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4C22408E-5BCB-4876-A3FA-64F1AF28F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0F3149B3-9646-40F8-8C00-2D571CB08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76F045BD-A98B-4E02-83F2-FFB1A89EA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F2E71B7E-BFF8-4843-B7D0-22045FFE3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Freeform 11">
            <a:extLst>
              <a:ext uri="{FF2B5EF4-FFF2-40B4-BE49-F238E27FC236}">
                <a16:creationId xmlns:a16="http://schemas.microsoft.com/office/drawing/2014/main" id="{332B447E-2E34-4E0E-9C81-372BC888A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09B993-8FEB-46DC-9CD7-69C95E2C9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6DCB4-0B0F-B4A5-0BB3-8F6D66346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58" name="Freeform 11">
            <a:extLst>
              <a:ext uri="{FF2B5EF4-FFF2-40B4-BE49-F238E27FC236}">
                <a16:creationId xmlns:a16="http://schemas.microsoft.com/office/drawing/2014/main" id="{1E9821DA-CF82-4DA7-A2E9-77C49ECD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57D34-2494-0E2D-B9C9-B4CA5B8C6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8" y="3251223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latin typeface="+mn-lt"/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1900">
              <a:latin typeface="+mn-lt"/>
            </a:endParaRPr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67F90B71-DFD0-4AAD-BD8F-3D4A022F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extBox 5">
            <a:extLst>
              <a:ext uri="{FF2B5EF4-FFF2-40B4-BE49-F238E27FC236}">
                <a16:creationId xmlns:a16="http://schemas.microsoft.com/office/drawing/2014/main" id="{2AB92F52-2406-AFBD-2F04-2807D3636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9399648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1" name="Picture 20" descr="A black rectangle with white dots&#10;&#10;AI-generated content may be incorrect.">
            <a:extLst>
              <a:ext uri="{FF2B5EF4-FFF2-40B4-BE49-F238E27FC236}">
                <a16:creationId xmlns:a16="http://schemas.microsoft.com/office/drawing/2014/main" id="{6F51E489-F8D3-A2BF-66AB-75001475CA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3790" y="5906330"/>
            <a:ext cx="1319006" cy="946923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80092B5C-3B55-3528-B912-0BFDEFBF7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2356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5B45654-1E41-4D0C-AA8C-A46B1AC38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39BB06B-F9E3-4C9A-8A74-5BF85D948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21454BBF-CB9C-4FF6-915A-4ADCC85C1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1D72402-9D54-465B-9656-8F938318D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5BE8435-1920-4535-AA32-B6F5DB3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B1A2F77-E480-4E18-A13F-2B952567D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B0B76BF-DCF4-4EB9-969C-3805C0256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E997E693-06AC-4EC9-89D3-954C32A1A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E252D29B-22CB-4CC3-B107-E0C6C3A0E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DF9C1965-DC01-463D-BD42-F93D1192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91BDE1D7-423A-465A-B4C9-EA3CD265D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D1A970E-B87C-430F-BB94-4A55F2E5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AE781ED-FA4B-4175-9944-54B576CAE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A928F7-3AF8-43CC-94D9-7975B422A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C085AF0E-C55A-4484-A20D-5FFF046C1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401E571-D69A-4A04-B9F8-FF90006F9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2F27D18-A26B-464F-B52F-52EF4166E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9B2EF7E3-8AD6-4114-883F-64ED2F816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3E5BBFA2-0C3A-4832-B823-66E6C7373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9C382B9F-1916-4465-9B86-E5D180E3D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DA9C5780-AB44-4111-AD14-B9CDC7D7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83D8553-2965-4E5F-B403-CD08C4529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7CD7A569-E069-4B39-A2E7-6B736647F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79C6BC1-0E07-4A80-A633-BC50D3228E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847BAD8-EE16-46EF-9F1D-2E69AB93A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9A4F28A-BC31-4132-8833-AB6E2F2A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9E3B6-76D9-4C3C-8904-66301FE63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F6E9CBB2-EB9C-464A-91BC-C5124ACC8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47D3502-15D7-40E3-8799-AADA72E46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9A38D-E594-12C0-46F3-5AC9D076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Medidas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seguridad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4DC666-97B4-4AC4-9916-A1936C2F6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B6811-0C5A-5BFC-C04E-1DDA97FCB3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9224" y="2072277"/>
            <a:ext cx="43048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300" dirty="0"/>
              <a:t>PBKDF2 (con salt) para </a:t>
            </a:r>
            <a:r>
              <a:rPr lang="en-US" sz="1300" dirty="0" err="1"/>
              <a:t>almacenamiento</a:t>
            </a:r>
            <a:r>
              <a:rPr lang="en-US" sz="1300" dirty="0"/>
              <a:t> de </a:t>
            </a:r>
            <a:r>
              <a:rPr lang="en-US" sz="1300" dirty="0" err="1"/>
              <a:t>contraseña</a:t>
            </a:r>
            <a:r>
              <a:rPr lang="en-US" sz="1300" dirty="0"/>
              <a:t>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300" dirty="0"/>
              <a:t>AES-GCM para </a:t>
            </a:r>
            <a:r>
              <a:rPr lang="en-US" sz="1300" dirty="0" err="1"/>
              <a:t>cifrado</a:t>
            </a:r>
            <a:r>
              <a:rPr lang="en-US" sz="1300" dirty="0"/>
              <a:t> de </a:t>
            </a:r>
            <a:r>
              <a:rPr lang="en-US" sz="1300" dirty="0" err="1"/>
              <a:t>datos</a:t>
            </a:r>
            <a:r>
              <a:rPr lang="en-US" sz="1300" dirty="0"/>
              <a:t> </a:t>
            </a:r>
            <a:r>
              <a:rPr lang="en-US" sz="1300" dirty="0" err="1"/>
              <a:t>sensibles</a:t>
            </a:r>
            <a:r>
              <a:rPr lang="en-US" sz="1300" dirty="0"/>
              <a:t> (passkeys).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sz="1300" dirty="0" err="1"/>
              <a:t>Almacenamiento</a:t>
            </a:r>
            <a:r>
              <a:rPr lang="en-US" sz="1300" dirty="0"/>
              <a:t> de </a:t>
            </a:r>
            <a:r>
              <a:rPr lang="en-US" sz="1300" dirty="0" err="1"/>
              <a:t>datos</a:t>
            </a:r>
            <a:r>
              <a:rPr lang="en-US" sz="1300" dirty="0"/>
              <a:t> </a:t>
            </a:r>
            <a:r>
              <a:rPr lang="en-US" sz="1300" dirty="0" err="1"/>
              <a:t>cifrados</a:t>
            </a:r>
            <a:r>
              <a:rPr lang="en-US" sz="1300" dirty="0"/>
              <a:t> </a:t>
            </a:r>
            <a:r>
              <a:rPr lang="en-US" sz="1300" dirty="0" err="1"/>
              <a:t>en</a:t>
            </a:r>
            <a:r>
              <a:rPr lang="en-US" sz="1300" dirty="0"/>
              <a:t> </a:t>
            </a:r>
            <a:r>
              <a:rPr lang="en-US" sz="1300" dirty="0" err="1"/>
              <a:t>IndexedDB</a:t>
            </a:r>
            <a:r>
              <a:rPr lang="en-US" sz="1300" dirty="0"/>
              <a:t>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None/>
            </a:pP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38C4B0-A945-57A8-9455-80CEA7F2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56" y="622434"/>
            <a:ext cx="4892020" cy="2140259"/>
          </a:xfrm>
          <a:prstGeom prst="rect">
            <a:avLst/>
          </a:prstGeom>
        </p:spPr>
      </p:pic>
      <p:sp>
        <p:nvSpPr>
          <p:cNvPr id="48" name="Freeform 43">
            <a:extLst>
              <a:ext uri="{FF2B5EF4-FFF2-40B4-BE49-F238E27FC236}">
                <a16:creationId xmlns:a16="http://schemas.microsoft.com/office/drawing/2014/main" id="{4EEFCCD7-9BFF-47EA-9C91-94E380FD8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796C8-B96D-7059-CBC1-61DAFBC8E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514" y="6133610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EFFFF"/>
                </a:solidFill>
                <a:latin typeface="+mn-lt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1900">
              <a:solidFill>
                <a:srgbClr val="FEFFFF"/>
              </a:solidFill>
              <a:latin typeface="+mn-lt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18034C5-6720-E6FB-7430-2B31F1A926B3}"/>
              </a:ext>
            </a:extLst>
          </p:cNvPr>
          <p:cNvSpPr txBox="1">
            <a:spLocks/>
          </p:cNvSpPr>
          <p:nvPr/>
        </p:nvSpPr>
        <p:spPr>
          <a:xfrm>
            <a:off x="801625" y="2286000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</a:pPr>
            <a:endParaRPr lang="en-US" sz="130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34475A6-F080-5D90-8F02-65E4544C2C74}"/>
              </a:ext>
            </a:extLst>
          </p:cNvPr>
          <p:cNvSpPr txBox="1">
            <a:spLocks/>
          </p:cNvSpPr>
          <p:nvPr/>
        </p:nvSpPr>
        <p:spPr>
          <a:xfrm>
            <a:off x="6650756" y="3334039"/>
            <a:ext cx="4892020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s-ES" sz="1100" b="1" dirty="0"/>
              <a:t>PBKDF2 </a:t>
            </a:r>
            <a:r>
              <a:rPr lang="es-ES" sz="1100" dirty="0"/>
              <a:t>(con </a:t>
            </a:r>
            <a:r>
              <a:rPr lang="es-ES" sz="1100" dirty="0" err="1"/>
              <a:t>salt</a:t>
            </a:r>
            <a:r>
              <a:rPr lang="es-ES" sz="1100" dirty="0"/>
              <a:t> + iteraciones) → Es un método para guardar contraseñas de forma </a:t>
            </a:r>
            <a:r>
              <a:rPr lang="es-ES" sz="1100" dirty="0" err="1"/>
              <a:t>segura.Usa</a:t>
            </a:r>
            <a:r>
              <a:rPr lang="es-ES" sz="1100" dirty="0"/>
              <a:t> un </a:t>
            </a:r>
            <a:r>
              <a:rPr lang="es-ES" sz="1100" dirty="0" err="1"/>
              <a:t>salt</a:t>
            </a:r>
            <a:r>
              <a:rPr lang="es-ES" sz="1100" dirty="0"/>
              <a:t> (valor aleatorio) para que cada contraseña tenga un hash </a:t>
            </a:r>
            <a:r>
              <a:rPr lang="es-ES" sz="1100" dirty="0" err="1"/>
              <a:t>único.Aplica</a:t>
            </a:r>
            <a:r>
              <a:rPr lang="es-ES" sz="1100" dirty="0"/>
              <a:t> miles de iteraciones para hacer muy difícil romperlas con fuerza </a:t>
            </a:r>
            <a:r>
              <a:rPr lang="es-ES" sz="1100" dirty="0" err="1"/>
              <a:t>bruta.Resultado</a:t>
            </a:r>
            <a:r>
              <a:rPr lang="es-ES" sz="1100" dirty="0"/>
              <a:t>: se almacena el hash, no la contraseña real.</a:t>
            </a:r>
          </a:p>
          <a:p>
            <a:pPr algn="just">
              <a:buNone/>
            </a:pPr>
            <a:endParaRPr lang="es-ES" sz="1100" dirty="0"/>
          </a:p>
          <a:p>
            <a:pPr algn="just">
              <a:buNone/>
            </a:pPr>
            <a:r>
              <a:rPr lang="es-ES" sz="1100" b="1" dirty="0"/>
              <a:t>AES-GCM</a:t>
            </a:r>
            <a:r>
              <a:rPr lang="es-ES" sz="1100" dirty="0"/>
              <a:t> → Es un algoritmo de cifrado simétrico para proteger datos sensibles. Usa una clave secreta para cifrar y descifrar. El modo GCM asegura también la integridad (detecta si los datos fueron alterados). Ideal para cifrar información como tokens, </a:t>
            </a:r>
            <a:r>
              <a:rPr lang="es-ES" sz="1100" dirty="0" err="1"/>
              <a:t>passkeys</a:t>
            </a:r>
            <a:r>
              <a:rPr lang="es-ES" sz="1100" dirty="0"/>
              <a:t> o archivos privados.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2040CF4-823A-4E49-5A35-4B6219541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92" y="4209669"/>
            <a:ext cx="4315427" cy="1162212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AEAD3E5-F2A9-EDFB-C048-7D9F6B337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7603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5D023AC-62C2-42A6-8F47-1B13E93F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F3F3BDE-2140-489D-8253-04148340C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B0DEC0A-0272-4DAC-8198-CAE231F26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465D358-7F51-49C1-B8D7-E4B47CBD6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01831D6-EF1B-4BD3-880F-9E95AF1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1140846-64D9-452C-B0E4-F3E4E3D2F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CFA9266-C641-497C-AAFE-359C3CB1B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0E4AADC-36C2-4D7F-95C4-0FFE9129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8CB9C53-A3EF-46B8-827F-F9BA4D44D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4DE8F-DD7B-46F5-B6E0-CC1EF5972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FB551BB-A1CB-4EB2-9476-1919E3AEF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0B5AA31-6CA8-48E4-AB3A-D27C72861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2242CAF-53F4-47AD-8DE5-FAD9D6E3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23B1CF-992B-455E-80B8-A03C1F9E5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621E401-BCCC-4591-AFB6-FF4F6F0C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6FEBA9B-2268-4ED8-9FCF-90577FC4C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5D43026A-1267-4751-BD09-0342C4E35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B1F886CD-A0B6-4915-AC4E-577FFCDA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F8DB4C85-08BA-4299-B81B-EEC8C6807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97DAFC9B-7A51-40C4-98A7-C3866A0E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1697E377-0BD7-4269-8083-39DE597A8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A30A0322-A443-45F4-92DE-33E897D0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AA857B57-CB48-4CB3-AEB4-ED95BB41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CFAA585E-8C81-4993-B1A5-722B92E2D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F385A8F0-B4E5-4E4F-8CB7-52232701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270B92A0-E4C8-4624-9B4C-DF4D29011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3692DF2-D2F9-452E-8E4F-5103B4D23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F3A25E16-3875-437D-82D3-450FCD0AB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lumMod val="95000"/>
              <a:lumOff val="5000"/>
              <a:alpha val="30000"/>
            </a:schemeClr>
          </a:solidFill>
        </p:grpSpPr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326" y="1318591"/>
            <a:ext cx="5882201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Gracias!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29703E6-86E7-3E6E-18ED-065E89EA3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1189" y="-786"/>
            <a:ext cx="1640811" cy="40336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Wis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732</TotalTime>
  <Words>700</Words>
  <Application>Microsoft Office PowerPoint</Application>
  <PresentationFormat>Widescreen</PresentationFormat>
  <Paragraphs>83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Wisp</vt:lpstr>
      <vt:lpstr>Secure Pass  Maximiliano Abalos Jose Puchulu</vt:lpstr>
      <vt:lpstr>Problemática</vt:lpstr>
      <vt:lpstr>Secure Pass </vt:lpstr>
      <vt:lpstr>Objetivos. </vt:lpstr>
      <vt:lpstr>Areas de desempeño</vt:lpstr>
      <vt:lpstr>Competencias</vt:lpstr>
      <vt:lpstr>Metodología</vt:lpstr>
      <vt:lpstr>Etapas del Proyecto </vt:lpstr>
      <vt:lpstr>Flujo de uso</vt:lpstr>
      <vt:lpstr>Stack</vt:lpstr>
      <vt:lpstr>Medidas de seguridad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 . ABALOS COUSINO</dc:creator>
  <cp:lastModifiedBy>MAXIMILIANO . ABALOS COUSINO</cp:lastModifiedBy>
  <cp:revision>11</cp:revision>
  <dcterms:created xsi:type="dcterms:W3CDTF">2025-09-23T03:46:59Z</dcterms:created>
  <dcterms:modified xsi:type="dcterms:W3CDTF">2025-12-12T04:00:20Z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